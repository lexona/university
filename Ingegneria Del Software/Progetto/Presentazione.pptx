
<file path=[Content_Types].xml><?xml version="1.0" encoding="utf-8"?>
<Types xmlns="http://schemas.openxmlformats.org/package/2006/content-types">
  <Default Extension="3WrA7K7Em-hAg5BMvI4wlQHaHa" ContentType="image/jpeg"/>
  <Default Extension="Default&amp;f=1&amp;nofb=1&amp;ipt=334661c774298cb82978a67d4498bf984929baf8640e9dd662c88789611c2291" ContentType="image/png"/>
  <Default Extension="jpeg" ContentType="image/jpeg"/>
  <Default Extension="jpg" ContentType="image/jpeg"/>
  <Default Extension="jpg&amp;f=1&amp;nofb=1&amp;ipt=ae147b00a73fed07dab66254cabbb1e299fdf1195f5060304072cfe3a4c42170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8" r:id="rId1"/>
  </p:sldMasterIdLst>
  <p:notesMasterIdLst>
    <p:notesMasterId r:id="rId22"/>
  </p:notesMasterIdLst>
  <p:sldIdLst>
    <p:sldId id="256" r:id="rId2"/>
    <p:sldId id="257" r:id="rId3"/>
    <p:sldId id="258" r:id="rId4"/>
    <p:sldId id="275" r:id="rId5"/>
    <p:sldId id="276" r:id="rId6"/>
    <p:sldId id="274" r:id="rId7"/>
    <p:sldId id="260" r:id="rId8"/>
    <p:sldId id="261" r:id="rId9"/>
    <p:sldId id="277" r:id="rId10"/>
    <p:sldId id="278" r:id="rId11"/>
    <p:sldId id="279" r:id="rId12"/>
    <p:sldId id="281" r:id="rId13"/>
    <p:sldId id="282" r:id="rId14"/>
    <p:sldId id="283" r:id="rId15"/>
    <p:sldId id="284" r:id="rId16"/>
    <p:sldId id="293" r:id="rId17"/>
    <p:sldId id="287" r:id="rId18"/>
    <p:sldId id="289" r:id="rId19"/>
    <p:sldId id="291" r:id="rId20"/>
    <p:sldId id="29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AE8AA"/>
    <a:srgbClr val="2C3932"/>
    <a:srgbClr val="A0006D"/>
    <a:srgbClr val="4A8BDF"/>
    <a:srgbClr val="EFFAFD"/>
    <a:srgbClr val="EAEAEA"/>
    <a:srgbClr val="F87906"/>
    <a:srgbClr val="1F4062"/>
    <a:srgbClr val="181C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ile medio 2 - Color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Stile chiaro 1 - Color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Stile medio 2 - Color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82"/>
    <p:restoredTop sz="95278" autoAdjust="0"/>
  </p:normalViewPr>
  <p:slideViewPr>
    <p:cSldViewPr snapToGrid="0">
      <p:cViewPr varScale="1">
        <p:scale>
          <a:sx n="105" d="100"/>
          <a:sy n="105" d="100"/>
        </p:scale>
        <p:origin x="498" y="1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D8915E-DC14-41D6-9BB5-F49E1C265163}" type="doc">
      <dgm:prSet loTypeId="urn:microsoft.com/office/officeart/2016/7/layout/HorizontalActionList" loCatId="list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73D947E0-108F-4D20-A71E-3CF329F97212}">
      <dgm:prSet phldr="0" custT="1"/>
      <dgm:spPr>
        <a:solidFill>
          <a:schemeClr val="tx2"/>
        </a:solidFill>
        <a:ln>
          <a:solidFill>
            <a:schemeClr val="tx2"/>
          </a:solidFill>
        </a:ln>
      </dgm:spPr>
      <dgm:t>
        <a:bodyPr/>
        <a:lstStyle/>
        <a:p>
          <a:pPr marL="0" indent="0" algn="ctr" defTabSz="914400" rtl="0" eaLnBrk="1" latinLnBrk="0" hangingPunct="1">
            <a:lnSpc>
              <a:spcPct val="90000"/>
            </a:lnSpc>
            <a:spcBef>
              <a:spcPts val="1000"/>
            </a:spcBef>
            <a:buFont typeface="Arial" panose="020B0604020202020204" pitchFamily="34" charset="0"/>
            <a:buNone/>
          </a:pPr>
          <a:r>
            <a:rPr lang="en-US" sz="1600" kern="1200" spc="150" baseline="0" dirty="0">
              <a:solidFill>
                <a:schemeClr val="bg1"/>
              </a:solidFill>
              <a:latin typeface="+mj-lt"/>
              <a:ea typeface="+mj-ea"/>
              <a:cs typeface="+mj-cs"/>
            </a:rPr>
            <a:t>ARCHITETTURA A STRATI</a:t>
          </a:r>
        </a:p>
      </dgm:t>
    </dgm:pt>
    <dgm:pt modelId="{9D249532-A24D-4D8F-848A-9F42F2E486C9}" type="parTrans" cxnId="{A0077D09-C12C-46D0-8DF7-194B6911362A}">
      <dgm:prSet/>
      <dgm:spPr/>
      <dgm:t>
        <a:bodyPr/>
        <a:lstStyle/>
        <a:p>
          <a:endParaRPr lang="en-US">
            <a:solidFill>
              <a:schemeClr val="bg1"/>
            </a:solidFill>
            <a:latin typeface="+mn-lt"/>
          </a:endParaRPr>
        </a:p>
      </dgm:t>
    </dgm:pt>
    <dgm:pt modelId="{AE813459-65AB-4FA9-B717-330DDA6DFA4E}" type="sibTrans" cxnId="{A0077D09-C12C-46D0-8DF7-194B6911362A}">
      <dgm:prSet/>
      <dgm:spPr/>
      <dgm:t>
        <a:bodyPr/>
        <a:lstStyle/>
        <a:p>
          <a:endParaRPr lang="en-US">
            <a:solidFill>
              <a:schemeClr val="bg1"/>
            </a:solidFill>
            <a:latin typeface="+mn-lt"/>
          </a:endParaRPr>
        </a:p>
      </dgm:t>
    </dgm:pt>
    <dgm:pt modelId="{30A490C8-22B4-4D68-875C-0F0DE2FF864D}">
      <dgm:prSet phldr="0" custT="1"/>
      <dgm:spPr>
        <a:noFill/>
        <a:ln>
          <a:solidFill>
            <a:schemeClr val="tx2"/>
          </a:solidFill>
        </a:ln>
      </dgm:spPr>
      <dgm:t>
        <a:bodyPr/>
        <a:lstStyle/>
        <a:p>
          <a:pPr marL="0">
            <a:lnSpc>
              <a:spcPct val="100000"/>
            </a:lnSpc>
          </a:pPr>
          <a:r>
            <a:rPr lang="it-IT" sz="1400"/>
            <a:t>Separazione delle responsabilità e dependency injection, che rende la logica verificabile in isolamento.</a:t>
          </a:r>
          <a:endParaRPr lang="en-US" sz="1400" spc="50" baseline="0" dirty="0">
            <a:solidFill>
              <a:schemeClr val="tx1"/>
            </a:solidFill>
            <a:latin typeface="+mn-lt"/>
          </a:endParaRPr>
        </a:p>
      </dgm:t>
    </dgm:pt>
    <dgm:pt modelId="{035C64B0-4F0C-4FD1-BD23-B1D4C9887CBE}" type="parTrans" cxnId="{381FE1CC-8184-4745-8EB3-6DE11655998D}">
      <dgm:prSet/>
      <dgm:spPr/>
      <dgm:t>
        <a:bodyPr/>
        <a:lstStyle/>
        <a:p>
          <a:endParaRPr lang="en-US">
            <a:solidFill>
              <a:schemeClr val="bg1"/>
            </a:solidFill>
            <a:latin typeface="+mn-lt"/>
          </a:endParaRPr>
        </a:p>
      </dgm:t>
    </dgm:pt>
    <dgm:pt modelId="{45495DA8-8707-41E3-A12B-FA5766269C44}" type="sibTrans" cxnId="{381FE1CC-8184-4745-8EB3-6DE11655998D}">
      <dgm:prSet/>
      <dgm:spPr/>
      <dgm:t>
        <a:bodyPr/>
        <a:lstStyle/>
        <a:p>
          <a:endParaRPr lang="en-US">
            <a:solidFill>
              <a:schemeClr val="bg1"/>
            </a:solidFill>
            <a:latin typeface="+mn-lt"/>
          </a:endParaRPr>
        </a:p>
      </dgm:t>
    </dgm:pt>
    <dgm:pt modelId="{B1AFA1AF-0FF8-45B3-A6D0-0E255A2F637D}">
      <dgm:prSet phldr="0" custT="1"/>
      <dgm:spPr>
        <a:solidFill>
          <a:schemeClr val="tx2"/>
        </a:solidFill>
        <a:ln>
          <a:solidFill>
            <a:schemeClr val="tx2"/>
          </a:solidFill>
        </a:ln>
      </dgm:spPr>
      <dgm:t>
        <a:bodyPr/>
        <a:lstStyle/>
        <a:p>
          <a:pPr marL="0"/>
          <a:r>
            <a:rPr lang="en-US" sz="1600" kern="1200" spc="150" baseline="0" dirty="0">
              <a:solidFill>
                <a:schemeClr val="bg1"/>
              </a:solidFill>
              <a:latin typeface="+mj-lt"/>
              <a:ea typeface="+mn-ea"/>
              <a:cs typeface="+mn-cs"/>
            </a:rPr>
            <a:t>SICUREZZA PER PROGETTAZIONE</a:t>
          </a:r>
        </a:p>
      </dgm:t>
    </dgm:pt>
    <dgm:pt modelId="{10C68AF5-481C-45AA-A216-8BBBB04515B9}" type="parTrans" cxnId="{F28D7702-2FC3-49BD-BB13-C989E5EE622A}">
      <dgm:prSet/>
      <dgm:spPr/>
      <dgm:t>
        <a:bodyPr/>
        <a:lstStyle/>
        <a:p>
          <a:endParaRPr lang="en-US">
            <a:solidFill>
              <a:schemeClr val="bg1"/>
            </a:solidFill>
            <a:latin typeface="+mn-lt"/>
          </a:endParaRPr>
        </a:p>
      </dgm:t>
    </dgm:pt>
    <dgm:pt modelId="{88649F7A-400B-4056-965D-C9AC0B3AD942}" type="sibTrans" cxnId="{F28D7702-2FC3-49BD-BB13-C989E5EE622A}">
      <dgm:prSet/>
      <dgm:spPr/>
      <dgm:t>
        <a:bodyPr/>
        <a:lstStyle/>
        <a:p>
          <a:endParaRPr lang="en-US">
            <a:solidFill>
              <a:schemeClr val="bg1"/>
            </a:solidFill>
            <a:latin typeface="+mn-lt"/>
          </a:endParaRPr>
        </a:p>
      </dgm:t>
    </dgm:pt>
    <dgm:pt modelId="{50418D2B-9486-42DE-AFDD-1D31420040FF}">
      <dgm:prSet phldr="0" custT="1"/>
      <dgm:spPr>
        <a:noFill/>
        <a:ln>
          <a:solidFill>
            <a:schemeClr val="tx2"/>
          </a:solidFill>
        </a:ln>
      </dgm:spPr>
      <dgm:t>
        <a:bodyPr/>
        <a:lstStyle/>
        <a:p>
          <a:pPr marL="0">
            <a:lnSpc>
              <a:spcPct val="100000"/>
            </a:lnSpc>
          </a:pPr>
          <a:r>
            <a:rPr lang="it-IT" sz="1400"/>
            <a:t>Autorizzazione sempre lato server, hashing argon2id, doppio token con rotazione e revoca.</a:t>
          </a:r>
          <a:endParaRPr lang="en-US" sz="1400" spc="50" baseline="0" dirty="0">
            <a:solidFill>
              <a:schemeClr val="tx1"/>
            </a:solidFill>
            <a:latin typeface="+mn-lt"/>
          </a:endParaRPr>
        </a:p>
      </dgm:t>
    </dgm:pt>
    <dgm:pt modelId="{D5A17F6B-93F5-442B-938A-0F38C281BE88}" type="parTrans" cxnId="{5A5BA622-5DEB-48B9-88D9-C1DE36C711E5}">
      <dgm:prSet/>
      <dgm:spPr/>
      <dgm:t>
        <a:bodyPr/>
        <a:lstStyle/>
        <a:p>
          <a:endParaRPr lang="en-US">
            <a:solidFill>
              <a:schemeClr val="bg1"/>
            </a:solidFill>
            <a:latin typeface="+mn-lt"/>
          </a:endParaRPr>
        </a:p>
      </dgm:t>
    </dgm:pt>
    <dgm:pt modelId="{1D87A0A5-8024-4710-846B-D5BFAC785107}" type="sibTrans" cxnId="{5A5BA622-5DEB-48B9-88D9-C1DE36C711E5}">
      <dgm:prSet/>
      <dgm:spPr/>
      <dgm:t>
        <a:bodyPr/>
        <a:lstStyle/>
        <a:p>
          <a:endParaRPr lang="en-US">
            <a:solidFill>
              <a:schemeClr val="bg1"/>
            </a:solidFill>
            <a:latin typeface="+mn-lt"/>
          </a:endParaRPr>
        </a:p>
      </dgm:t>
    </dgm:pt>
    <dgm:pt modelId="{E9682B4F-0217-4B50-923E-C104AA24290F}">
      <dgm:prSet phldr="0" custT="1"/>
      <dgm:spPr>
        <a:solidFill>
          <a:schemeClr val="tx2"/>
        </a:solidFill>
        <a:ln>
          <a:solidFill>
            <a:schemeClr val="tx2"/>
          </a:solidFill>
        </a:ln>
      </dgm:spPr>
      <dgm:t>
        <a:bodyPr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spc="150" baseline="0" dirty="0">
              <a:solidFill>
                <a:schemeClr val="bg1"/>
              </a:solidFill>
              <a:latin typeface="+mj-lt"/>
              <a:ea typeface="+mn-ea"/>
              <a:cs typeface="+mn-cs"/>
            </a:rPr>
            <a:t>VERIFICA SU TRE LIVELLI</a:t>
          </a:r>
        </a:p>
      </dgm:t>
    </dgm:pt>
    <dgm:pt modelId="{E0F6C4AF-9BBB-4698-91D7-F9AE3EACBD5D}" type="parTrans" cxnId="{6C23D0C9-74B2-4C8B-AB2F-A03B3B0EBE56}">
      <dgm:prSet/>
      <dgm:spPr/>
      <dgm:t>
        <a:bodyPr/>
        <a:lstStyle/>
        <a:p>
          <a:endParaRPr lang="en-US">
            <a:solidFill>
              <a:schemeClr val="bg1"/>
            </a:solidFill>
            <a:latin typeface="+mn-lt"/>
          </a:endParaRPr>
        </a:p>
      </dgm:t>
    </dgm:pt>
    <dgm:pt modelId="{B8632E42-D7EB-4C31-877E-6F1B2801851A}" type="sibTrans" cxnId="{6C23D0C9-74B2-4C8B-AB2F-A03B3B0EBE56}">
      <dgm:prSet/>
      <dgm:spPr/>
      <dgm:t>
        <a:bodyPr/>
        <a:lstStyle/>
        <a:p>
          <a:endParaRPr lang="en-US">
            <a:solidFill>
              <a:schemeClr val="bg1"/>
            </a:solidFill>
            <a:latin typeface="+mn-lt"/>
          </a:endParaRPr>
        </a:p>
      </dgm:t>
    </dgm:pt>
    <dgm:pt modelId="{0EC0C300-11E4-45CF-8418-973585107209}">
      <dgm:prSet phldr="0" custT="1"/>
      <dgm:spPr>
        <a:noFill/>
        <a:ln>
          <a:solidFill>
            <a:schemeClr val="tx2"/>
          </a:solidFill>
        </a:ln>
      </dgm:spPr>
      <dgm:t>
        <a:bodyPr/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/>
            <a:t>Analisi statica, test di unità con criteri sistematici, validazione con utenti reali.</a:t>
          </a:r>
          <a:endParaRPr lang="en-US" sz="1400" kern="1200" spc="50" baseline="0" dirty="0">
            <a:solidFill>
              <a:schemeClr val="tx1"/>
            </a:solidFill>
            <a:latin typeface="+mn-lt"/>
            <a:ea typeface="+mn-ea"/>
            <a:cs typeface="+mn-cs"/>
          </a:endParaRPr>
        </a:p>
      </dgm:t>
    </dgm:pt>
    <dgm:pt modelId="{1E4DD98E-100E-46B7-B24A-408BBF69E9FA}" type="parTrans" cxnId="{51563A4F-C0EB-47D6-B5BC-47A4E599AD4B}">
      <dgm:prSet/>
      <dgm:spPr/>
      <dgm:t>
        <a:bodyPr/>
        <a:lstStyle/>
        <a:p>
          <a:endParaRPr lang="en-US">
            <a:solidFill>
              <a:schemeClr val="bg1"/>
            </a:solidFill>
            <a:latin typeface="+mn-lt"/>
          </a:endParaRPr>
        </a:p>
      </dgm:t>
    </dgm:pt>
    <dgm:pt modelId="{90FAB5D1-62B3-4FF6-A07D-EE607F529C32}" type="sibTrans" cxnId="{51563A4F-C0EB-47D6-B5BC-47A4E599AD4B}">
      <dgm:prSet/>
      <dgm:spPr/>
      <dgm:t>
        <a:bodyPr/>
        <a:lstStyle/>
        <a:p>
          <a:endParaRPr lang="en-US">
            <a:solidFill>
              <a:schemeClr val="bg1"/>
            </a:solidFill>
            <a:latin typeface="+mn-lt"/>
          </a:endParaRPr>
        </a:p>
      </dgm:t>
    </dgm:pt>
    <dgm:pt modelId="{E4B4F7C4-5024-45F0-9FD7-C5068A1AE6C4}" type="pres">
      <dgm:prSet presAssocID="{0DD8915E-DC14-41D6-9BB5-F49E1C265163}" presName="Name0" presStyleCnt="0">
        <dgm:presLayoutVars>
          <dgm:dir/>
          <dgm:animLvl val="lvl"/>
          <dgm:resizeHandles val="exact"/>
        </dgm:presLayoutVars>
      </dgm:prSet>
      <dgm:spPr/>
    </dgm:pt>
    <dgm:pt modelId="{473E2436-1BC1-4A6C-8568-5C38418F52D1}" type="pres">
      <dgm:prSet presAssocID="{73D947E0-108F-4D20-A71E-3CF329F97212}" presName="composite" presStyleCnt="0"/>
      <dgm:spPr/>
    </dgm:pt>
    <dgm:pt modelId="{BDBD7220-3F85-45D2-BED6-5BBFBC23EAE3}" type="pres">
      <dgm:prSet presAssocID="{73D947E0-108F-4D20-A71E-3CF329F97212}" presName="parTx" presStyleLbl="alignNode1" presStyleIdx="0" presStyleCnt="3">
        <dgm:presLayoutVars>
          <dgm:chMax val="0"/>
          <dgm:chPref val="0"/>
        </dgm:presLayoutVars>
      </dgm:prSet>
      <dgm:spPr/>
    </dgm:pt>
    <dgm:pt modelId="{22359DD7-1BFB-4900-BAE6-6084F2F57988}" type="pres">
      <dgm:prSet presAssocID="{73D947E0-108F-4D20-A71E-3CF329F97212}" presName="desTx" presStyleLbl="alignAccFollowNode1" presStyleIdx="0" presStyleCnt="3">
        <dgm:presLayoutVars/>
      </dgm:prSet>
      <dgm:spPr/>
    </dgm:pt>
    <dgm:pt modelId="{38C65349-0C40-499F-9765-B6F38C2DC3C3}" type="pres">
      <dgm:prSet presAssocID="{AE813459-65AB-4FA9-B717-330DDA6DFA4E}" presName="space" presStyleCnt="0"/>
      <dgm:spPr/>
    </dgm:pt>
    <dgm:pt modelId="{C6650FDC-3601-45F5-9125-6E3F90A53F8A}" type="pres">
      <dgm:prSet presAssocID="{B1AFA1AF-0FF8-45B3-A6D0-0E255A2F637D}" presName="composite" presStyleCnt="0"/>
      <dgm:spPr/>
    </dgm:pt>
    <dgm:pt modelId="{C4F84DEA-2002-4D32-8E80-70EEE05E345A}" type="pres">
      <dgm:prSet presAssocID="{B1AFA1AF-0FF8-45B3-A6D0-0E255A2F637D}" presName="parTx" presStyleLbl="alignNode1" presStyleIdx="1" presStyleCnt="3">
        <dgm:presLayoutVars>
          <dgm:chMax val="0"/>
          <dgm:chPref val="0"/>
        </dgm:presLayoutVars>
      </dgm:prSet>
      <dgm:spPr/>
    </dgm:pt>
    <dgm:pt modelId="{4FEB85EB-D046-4CDB-8A62-BBCE260C4490}" type="pres">
      <dgm:prSet presAssocID="{B1AFA1AF-0FF8-45B3-A6D0-0E255A2F637D}" presName="desTx" presStyleLbl="alignAccFollowNode1" presStyleIdx="1" presStyleCnt="3">
        <dgm:presLayoutVars/>
      </dgm:prSet>
      <dgm:spPr/>
    </dgm:pt>
    <dgm:pt modelId="{40F59683-723F-44D1-8379-95635EED1AA8}" type="pres">
      <dgm:prSet presAssocID="{88649F7A-400B-4056-965D-C9AC0B3AD942}" presName="space" presStyleCnt="0"/>
      <dgm:spPr/>
    </dgm:pt>
    <dgm:pt modelId="{BB2E4F65-C461-40C3-BC82-6A29AA851F44}" type="pres">
      <dgm:prSet presAssocID="{E9682B4F-0217-4B50-923E-C104AA24290F}" presName="composite" presStyleCnt="0"/>
      <dgm:spPr/>
    </dgm:pt>
    <dgm:pt modelId="{49B7F8FA-D256-41EF-9327-52A3551D9A60}" type="pres">
      <dgm:prSet presAssocID="{E9682B4F-0217-4B50-923E-C104AA24290F}" presName="parTx" presStyleLbl="alignNode1" presStyleIdx="2" presStyleCnt="3">
        <dgm:presLayoutVars>
          <dgm:chMax val="0"/>
          <dgm:chPref val="0"/>
        </dgm:presLayoutVars>
      </dgm:prSet>
      <dgm:spPr/>
    </dgm:pt>
    <dgm:pt modelId="{6B5FE59C-B471-448A-AA7A-B526DCC4D4CA}" type="pres">
      <dgm:prSet presAssocID="{E9682B4F-0217-4B50-923E-C104AA24290F}" presName="desTx" presStyleLbl="alignAccFollowNode1" presStyleIdx="2" presStyleCnt="3">
        <dgm:presLayoutVars/>
      </dgm:prSet>
      <dgm:spPr/>
    </dgm:pt>
  </dgm:ptLst>
  <dgm:cxnLst>
    <dgm:cxn modelId="{F28D7702-2FC3-49BD-BB13-C989E5EE622A}" srcId="{0DD8915E-DC14-41D6-9BB5-F49E1C265163}" destId="{B1AFA1AF-0FF8-45B3-A6D0-0E255A2F637D}" srcOrd="1" destOrd="0" parTransId="{10C68AF5-481C-45AA-A216-8BBBB04515B9}" sibTransId="{88649F7A-400B-4056-965D-C9AC0B3AD942}"/>
    <dgm:cxn modelId="{31826907-E438-4A1B-A800-F181C547104F}" type="presOf" srcId="{30A490C8-22B4-4D68-875C-0F0DE2FF864D}" destId="{22359DD7-1BFB-4900-BAE6-6084F2F57988}" srcOrd="0" destOrd="0" presId="urn:microsoft.com/office/officeart/2016/7/layout/HorizontalActionList"/>
    <dgm:cxn modelId="{A0077D09-C12C-46D0-8DF7-194B6911362A}" srcId="{0DD8915E-DC14-41D6-9BB5-F49E1C265163}" destId="{73D947E0-108F-4D20-A71E-3CF329F97212}" srcOrd="0" destOrd="0" parTransId="{9D249532-A24D-4D8F-848A-9F42F2E486C9}" sibTransId="{AE813459-65AB-4FA9-B717-330DDA6DFA4E}"/>
    <dgm:cxn modelId="{5A5BA622-5DEB-48B9-88D9-C1DE36C711E5}" srcId="{B1AFA1AF-0FF8-45B3-A6D0-0E255A2F637D}" destId="{50418D2B-9486-42DE-AFDD-1D31420040FF}" srcOrd="0" destOrd="0" parTransId="{D5A17F6B-93F5-442B-938A-0F38C281BE88}" sibTransId="{1D87A0A5-8024-4710-846B-D5BFAC785107}"/>
    <dgm:cxn modelId="{77A55366-077C-403B-A9E1-B9C6B5CA3288}" type="presOf" srcId="{73D947E0-108F-4D20-A71E-3CF329F97212}" destId="{BDBD7220-3F85-45D2-BED6-5BBFBC23EAE3}" srcOrd="0" destOrd="0" presId="urn:microsoft.com/office/officeart/2016/7/layout/HorizontalActionList"/>
    <dgm:cxn modelId="{B7F6ED6E-855A-4A7B-AE18-3BD04546002C}" type="presOf" srcId="{B1AFA1AF-0FF8-45B3-A6D0-0E255A2F637D}" destId="{C4F84DEA-2002-4D32-8E80-70EEE05E345A}" srcOrd="0" destOrd="0" presId="urn:microsoft.com/office/officeart/2016/7/layout/HorizontalActionList"/>
    <dgm:cxn modelId="{51563A4F-C0EB-47D6-B5BC-47A4E599AD4B}" srcId="{E9682B4F-0217-4B50-923E-C104AA24290F}" destId="{0EC0C300-11E4-45CF-8418-973585107209}" srcOrd="0" destOrd="0" parTransId="{1E4DD98E-100E-46B7-B24A-408BBF69E9FA}" sibTransId="{90FAB5D1-62B3-4FF6-A07D-EE607F529C32}"/>
    <dgm:cxn modelId="{110097B3-0B24-42EE-9C79-845C028B379B}" type="presOf" srcId="{E9682B4F-0217-4B50-923E-C104AA24290F}" destId="{49B7F8FA-D256-41EF-9327-52A3551D9A60}" srcOrd="0" destOrd="0" presId="urn:microsoft.com/office/officeart/2016/7/layout/HorizontalActionList"/>
    <dgm:cxn modelId="{6C23D0C9-74B2-4C8B-AB2F-A03B3B0EBE56}" srcId="{0DD8915E-DC14-41D6-9BB5-F49E1C265163}" destId="{E9682B4F-0217-4B50-923E-C104AA24290F}" srcOrd="2" destOrd="0" parTransId="{E0F6C4AF-9BBB-4698-91D7-F9AE3EACBD5D}" sibTransId="{B8632E42-D7EB-4C31-877E-6F1B2801851A}"/>
    <dgm:cxn modelId="{381FE1CC-8184-4745-8EB3-6DE11655998D}" srcId="{73D947E0-108F-4D20-A71E-3CF329F97212}" destId="{30A490C8-22B4-4D68-875C-0F0DE2FF864D}" srcOrd="0" destOrd="0" parTransId="{035C64B0-4F0C-4FD1-BD23-B1D4C9887CBE}" sibTransId="{45495DA8-8707-41E3-A12B-FA5766269C44}"/>
    <dgm:cxn modelId="{8CB96BD1-8B01-481A-B525-C5C507C9951C}" type="presOf" srcId="{0EC0C300-11E4-45CF-8418-973585107209}" destId="{6B5FE59C-B471-448A-AA7A-B526DCC4D4CA}" srcOrd="0" destOrd="0" presId="urn:microsoft.com/office/officeart/2016/7/layout/HorizontalActionList"/>
    <dgm:cxn modelId="{BF1349D4-34AE-476D-8D7B-F3ABAB74304F}" type="presOf" srcId="{50418D2B-9486-42DE-AFDD-1D31420040FF}" destId="{4FEB85EB-D046-4CDB-8A62-BBCE260C4490}" srcOrd="0" destOrd="0" presId="urn:microsoft.com/office/officeart/2016/7/layout/HorizontalActionList"/>
    <dgm:cxn modelId="{825BC9D8-F515-4FBF-8CF8-23CD32968E1D}" type="presOf" srcId="{0DD8915E-DC14-41D6-9BB5-F49E1C265163}" destId="{E4B4F7C4-5024-45F0-9FD7-C5068A1AE6C4}" srcOrd="0" destOrd="0" presId="urn:microsoft.com/office/officeart/2016/7/layout/HorizontalActionList"/>
    <dgm:cxn modelId="{E9D2B9D9-3B26-471C-AF45-E02D1C258CD3}" type="presParOf" srcId="{E4B4F7C4-5024-45F0-9FD7-C5068A1AE6C4}" destId="{473E2436-1BC1-4A6C-8568-5C38418F52D1}" srcOrd="0" destOrd="0" presId="urn:microsoft.com/office/officeart/2016/7/layout/HorizontalActionList"/>
    <dgm:cxn modelId="{A151C920-5872-4C88-8534-922E9C800B9B}" type="presParOf" srcId="{473E2436-1BC1-4A6C-8568-5C38418F52D1}" destId="{BDBD7220-3F85-45D2-BED6-5BBFBC23EAE3}" srcOrd="0" destOrd="0" presId="urn:microsoft.com/office/officeart/2016/7/layout/HorizontalActionList"/>
    <dgm:cxn modelId="{45373909-AB37-4D9A-936C-DC8447BC111D}" type="presParOf" srcId="{473E2436-1BC1-4A6C-8568-5C38418F52D1}" destId="{22359DD7-1BFB-4900-BAE6-6084F2F57988}" srcOrd="1" destOrd="0" presId="urn:microsoft.com/office/officeart/2016/7/layout/HorizontalActionList"/>
    <dgm:cxn modelId="{CFC7E7C1-85BC-47FC-BC11-D0BACA8440B9}" type="presParOf" srcId="{E4B4F7C4-5024-45F0-9FD7-C5068A1AE6C4}" destId="{38C65349-0C40-499F-9765-B6F38C2DC3C3}" srcOrd="1" destOrd="0" presId="urn:microsoft.com/office/officeart/2016/7/layout/HorizontalActionList"/>
    <dgm:cxn modelId="{86FF1107-69E9-4310-A0D8-2BF61292A72B}" type="presParOf" srcId="{E4B4F7C4-5024-45F0-9FD7-C5068A1AE6C4}" destId="{C6650FDC-3601-45F5-9125-6E3F90A53F8A}" srcOrd="2" destOrd="0" presId="urn:microsoft.com/office/officeart/2016/7/layout/HorizontalActionList"/>
    <dgm:cxn modelId="{1C7F1C64-2F3D-4695-A56C-92B1B848B0C2}" type="presParOf" srcId="{C6650FDC-3601-45F5-9125-6E3F90A53F8A}" destId="{C4F84DEA-2002-4D32-8E80-70EEE05E345A}" srcOrd="0" destOrd="0" presId="urn:microsoft.com/office/officeart/2016/7/layout/HorizontalActionList"/>
    <dgm:cxn modelId="{DC59A3FF-666D-48A7-B3BE-98A9F829402D}" type="presParOf" srcId="{C6650FDC-3601-45F5-9125-6E3F90A53F8A}" destId="{4FEB85EB-D046-4CDB-8A62-BBCE260C4490}" srcOrd="1" destOrd="0" presId="urn:microsoft.com/office/officeart/2016/7/layout/HorizontalActionList"/>
    <dgm:cxn modelId="{AAE65B9C-F662-4FAA-8FDB-82E7FB86BB24}" type="presParOf" srcId="{E4B4F7C4-5024-45F0-9FD7-C5068A1AE6C4}" destId="{40F59683-723F-44D1-8379-95635EED1AA8}" srcOrd="3" destOrd="0" presId="urn:microsoft.com/office/officeart/2016/7/layout/HorizontalActionList"/>
    <dgm:cxn modelId="{F5BE37E3-59D0-4D56-B08C-9B1D93695802}" type="presParOf" srcId="{E4B4F7C4-5024-45F0-9FD7-C5068A1AE6C4}" destId="{BB2E4F65-C461-40C3-BC82-6A29AA851F44}" srcOrd="4" destOrd="0" presId="urn:microsoft.com/office/officeart/2016/7/layout/HorizontalActionList"/>
    <dgm:cxn modelId="{1FC3B8DB-8632-4AA8-99E5-4F0C12504130}" type="presParOf" srcId="{BB2E4F65-C461-40C3-BC82-6A29AA851F44}" destId="{49B7F8FA-D256-41EF-9327-52A3551D9A60}" srcOrd="0" destOrd="0" presId="urn:microsoft.com/office/officeart/2016/7/layout/HorizontalActionList"/>
    <dgm:cxn modelId="{03A1CBF9-FFCE-4B8C-9850-8B297556CCF4}" type="presParOf" srcId="{BB2E4F65-C461-40C3-BC82-6A29AA851F44}" destId="{6B5FE59C-B471-448A-AA7A-B526DCC4D4CA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BD7220-3F85-45D2-BED6-5BBFBC23EAE3}">
      <dsp:nvSpPr>
        <dsp:cNvPr id="0" name=""/>
        <dsp:cNvSpPr/>
      </dsp:nvSpPr>
      <dsp:spPr>
        <a:xfrm>
          <a:off x="7157" y="848042"/>
          <a:ext cx="3579840" cy="1073952"/>
        </a:xfrm>
        <a:prstGeom prst="rect">
          <a:avLst/>
        </a:prstGeom>
        <a:solidFill>
          <a:schemeClr val="tx2"/>
        </a:solidFill>
        <a:ln w="1270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2887" tIns="282887" rIns="282887" bIns="282887" numCol="1" spcCol="1270" anchor="ctr" anchorCtr="0">
          <a:noAutofit/>
        </a:bodyPr>
        <a:lstStyle/>
        <a:p>
          <a:pPr marL="0" lvl="0" indent="0" algn="ctr" defTabSz="914400" rtl="0" eaLnBrk="1" latinLnBrk="0" hangingPunct="1">
            <a:lnSpc>
              <a:spcPct val="90000"/>
            </a:lnSpc>
            <a:spcBef>
              <a:spcPts val="100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kern="1200" spc="150" baseline="0" dirty="0">
              <a:solidFill>
                <a:schemeClr val="bg1"/>
              </a:solidFill>
              <a:latin typeface="+mj-lt"/>
              <a:ea typeface="+mj-ea"/>
              <a:cs typeface="+mj-cs"/>
            </a:rPr>
            <a:t>ARCHITETTURA A STRATI</a:t>
          </a:r>
        </a:p>
      </dsp:txBody>
      <dsp:txXfrm>
        <a:off x="7157" y="848042"/>
        <a:ext cx="3579840" cy="1073952"/>
      </dsp:txXfrm>
    </dsp:sp>
    <dsp:sp modelId="{22359DD7-1BFB-4900-BAE6-6084F2F57988}">
      <dsp:nvSpPr>
        <dsp:cNvPr id="0" name=""/>
        <dsp:cNvSpPr/>
      </dsp:nvSpPr>
      <dsp:spPr>
        <a:xfrm>
          <a:off x="7157" y="1921994"/>
          <a:ext cx="3579840" cy="1470175"/>
        </a:xfrm>
        <a:prstGeom prst="rect">
          <a:avLst/>
        </a:prstGeom>
        <a:noFill/>
        <a:ln w="1270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3609" tIns="353609" rIns="353609" bIns="353609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/>
            <a:t>Separazione delle responsabilità e dependency injection, che rende la logica verificabile in isolamento.</a:t>
          </a:r>
          <a:endParaRPr lang="en-US" sz="1400" kern="1200" spc="50" baseline="0" dirty="0">
            <a:solidFill>
              <a:schemeClr val="tx1"/>
            </a:solidFill>
            <a:latin typeface="+mn-lt"/>
          </a:endParaRPr>
        </a:p>
      </dsp:txBody>
      <dsp:txXfrm>
        <a:off x="7157" y="1921994"/>
        <a:ext cx="3579840" cy="1470175"/>
      </dsp:txXfrm>
    </dsp:sp>
    <dsp:sp modelId="{C4F84DEA-2002-4D32-8E80-70EEE05E345A}">
      <dsp:nvSpPr>
        <dsp:cNvPr id="0" name=""/>
        <dsp:cNvSpPr/>
      </dsp:nvSpPr>
      <dsp:spPr>
        <a:xfrm>
          <a:off x="3694892" y="848042"/>
          <a:ext cx="3579840" cy="1073952"/>
        </a:xfrm>
        <a:prstGeom prst="rect">
          <a:avLst/>
        </a:prstGeom>
        <a:solidFill>
          <a:schemeClr val="tx2"/>
        </a:solidFill>
        <a:ln w="1270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2887" tIns="282887" rIns="282887" bIns="282887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spc="150" baseline="0" dirty="0">
              <a:solidFill>
                <a:schemeClr val="bg1"/>
              </a:solidFill>
              <a:latin typeface="+mj-lt"/>
              <a:ea typeface="+mn-ea"/>
              <a:cs typeface="+mn-cs"/>
            </a:rPr>
            <a:t>SICUREZZA PER PROGETTAZIONE</a:t>
          </a:r>
        </a:p>
      </dsp:txBody>
      <dsp:txXfrm>
        <a:off x="3694892" y="848042"/>
        <a:ext cx="3579840" cy="1073952"/>
      </dsp:txXfrm>
    </dsp:sp>
    <dsp:sp modelId="{4FEB85EB-D046-4CDB-8A62-BBCE260C4490}">
      <dsp:nvSpPr>
        <dsp:cNvPr id="0" name=""/>
        <dsp:cNvSpPr/>
      </dsp:nvSpPr>
      <dsp:spPr>
        <a:xfrm>
          <a:off x="3694892" y="1921994"/>
          <a:ext cx="3579840" cy="1470175"/>
        </a:xfrm>
        <a:prstGeom prst="rect">
          <a:avLst/>
        </a:prstGeom>
        <a:noFill/>
        <a:ln w="1270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3609" tIns="353609" rIns="353609" bIns="353609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/>
            <a:t>Autorizzazione sempre lato server, hashing argon2id, doppio token con rotazione e revoca.</a:t>
          </a:r>
          <a:endParaRPr lang="en-US" sz="1400" kern="1200" spc="50" baseline="0" dirty="0">
            <a:solidFill>
              <a:schemeClr val="tx1"/>
            </a:solidFill>
            <a:latin typeface="+mn-lt"/>
          </a:endParaRPr>
        </a:p>
      </dsp:txBody>
      <dsp:txXfrm>
        <a:off x="3694892" y="1921994"/>
        <a:ext cx="3579840" cy="1470175"/>
      </dsp:txXfrm>
    </dsp:sp>
    <dsp:sp modelId="{49B7F8FA-D256-41EF-9327-52A3551D9A60}">
      <dsp:nvSpPr>
        <dsp:cNvPr id="0" name=""/>
        <dsp:cNvSpPr/>
      </dsp:nvSpPr>
      <dsp:spPr>
        <a:xfrm>
          <a:off x="7382627" y="848042"/>
          <a:ext cx="3579840" cy="1073952"/>
        </a:xfrm>
        <a:prstGeom prst="rect">
          <a:avLst/>
        </a:prstGeom>
        <a:solidFill>
          <a:schemeClr val="tx2"/>
        </a:solidFill>
        <a:ln w="1270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2887" tIns="282887" rIns="282887" bIns="282887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spc="150" baseline="0" dirty="0">
              <a:solidFill>
                <a:schemeClr val="bg1"/>
              </a:solidFill>
              <a:latin typeface="+mj-lt"/>
              <a:ea typeface="+mn-ea"/>
              <a:cs typeface="+mn-cs"/>
            </a:rPr>
            <a:t>VERIFICA SU TRE LIVELLI</a:t>
          </a:r>
        </a:p>
      </dsp:txBody>
      <dsp:txXfrm>
        <a:off x="7382627" y="848042"/>
        <a:ext cx="3579840" cy="1073952"/>
      </dsp:txXfrm>
    </dsp:sp>
    <dsp:sp modelId="{6B5FE59C-B471-448A-AA7A-B526DCC4D4CA}">
      <dsp:nvSpPr>
        <dsp:cNvPr id="0" name=""/>
        <dsp:cNvSpPr/>
      </dsp:nvSpPr>
      <dsp:spPr>
        <a:xfrm>
          <a:off x="7382627" y="1921994"/>
          <a:ext cx="3579840" cy="1470175"/>
        </a:xfrm>
        <a:prstGeom prst="rect">
          <a:avLst/>
        </a:prstGeom>
        <a:noFill/>
        <a:ln w="1270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3609" tIns="353609" rIns="353609" bIns="353609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/>
            <a:t>Analisi statica, test di unità con criteri sistematici, validazione con utenti reali.</a:t>
          </a:r>
          <a:endParaRPr lang="en-US" sz="1400" kern="1200" spc="50" baseline="0" dirty="0">
            <a:solidFill>
              <a:schemeClr val="tx1"/>
            </a:solidFill>
            <a:latin typeface="+mn-lt"/>
            <a:ea typeface="+mn-ea"/>
            <a:cs typeface="+mn-cs"/>
          </a:endParaRPr>
        </a:p>
      </dsp:txBody>
      <dsp:txXfrm>
        <a:off x="7382627" y="1921994"/>
        <a:ext cx="3579840" cy="14701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45D65-A921-BD45-A74E-FDD6A94C782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DA7C62-858D-9C4B-9AE8-88FCCBB4338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179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94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Injection = I service non creano i repository che usano: se li fanno passare da fuori, nel costruttore. C'è un unico file che crea tutti gli oggetti e li collega.</a:t>
            </a:r>
          </a:p>
          <a:p>
            <a:endParaRPr lang="it-I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t-IT" dirty="0"/>
              <a:t>Repository Pattern = i service dicono solo «dammi segnalazione con questo id»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3549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Web Content Accessibility </a:t>
            </a:r>
            <a:r>
              <a:rPr lang="it-IT" dirty="0" err="1"/>
              <a:t>Guidelines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400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Sicurezza = Divulgazione implicita delle informazioni di versione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384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 </a:t>
            </a:r>
            <a:r>
              <a:rPr lang="it-IT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Usability</a:t>
            </a:r>
            <a:r>
              <a:rPr lang="it-I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Scale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6684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3A5E1-5DE9-0F8F-9028-113CED229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BEF1A78-DD1E-8EC5-031E-DB91B50DC8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5AFC118-2980-ADB5-A31B-899FA0A4C5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 </a:t>
            </a:r>
            <a:r>
              <a:rPr lang="it-IT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Usability</a:t>
            </a:r>
            <a:r>
              <a:rPr lang="it-I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Scale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28C009A-51AE-CD7A-9F77-CE0EBDC0E0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661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42" y="97104"/>
            <a:ext cx="4134357" cy="3331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492488"/>
            <a:ext cx="3349751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73880" y="0"/>
            <a:ext cx="78181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6644" y="6338703"/>
            <a:ext cx="219669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383669" y="6338703"/>
            <a:ext cx="1392578" cy="365125"/>
          </a:xfrm>
        </p:spPr>
        <p:txBody>
          <a:bodyPr/>
          <a:lstStyle/>
          <a:p>
            <a:fld id="{CA2C1983-85E7-45E2-ABAC-BABAC97AF800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776247" y="6342301"/>
            <a:ext cx="429207" cy="365125"/>
          </a:xfrm>
        </p:spPr>
        <p:txBody>
          <a:bodyPr/>
          <a:lstStyle/>
          <a:p>
            <a:fld id="{9C8E1515-2B25-410D-A22C-5C4292CCB71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850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09862"/>
            <a:ext cx="10963656" cy="451375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C1983-85E7-45E2-ABAC-BABAC97AF800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E1515-2B25-410D-A22C-5C4292CCB71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22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88841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88841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343955"/>
            <a:ext cx="2100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6785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A2C1983-85E7-45E2-ABAC-BABAC97AF800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066" y="6343955"/>
            <a:ext cx="429207" cy="365125"/>
          </a:xfrm>
        </p:spPr>
        <p:txBody>
          <a:bodyPr/>
          <a:lstStyle/>
          <a:p>
            <a:fld id="{9C8E1515-2B25-410D-A22C-5C4292CCB71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560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8683753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498848"/>
            <a:ext cx="688145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</p:spPr>
        <p:txBody>
          <a:bodyPr/>
          <a:lstStyle/>
          <a:p>
            <a:fld id="{CA2C1983-85E7-45E2-ABAC-BABAC97AF800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E1515-2B25-410D-A22C-5C4292CCB71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8493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stazione sezio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58" y="1869103"/>
            <a:ext cx="9337042" cy="4906929"/>
          </a:xfrm>
        </p:spPr>
        <p:txBody>
          <a:bodyPr>
            <a:normAutofit/>
          </a:bodyPr>
          <a:lstStyle>
            <a:lvl1pPr>
              <a:defRPr sz="7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CA2C1983-85E7-45E2-ABAC-BABAC97AF800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9C8E1515-2B25-410D-A22C-5C4292CCB71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3177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11" y="105196"/>
            <a:ext cx="9023561" cy="2113392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C1983-85E7-45E2-ABAC-BABAC97AF800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E1515-2B25-410D-A22C-5C4292CCB71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526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1011" y="73742"/>
            <a:ext cx="6863496" cy="2220726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565591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726267"/>
            <a:ext cx="5916507" cy="343678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8000" y="6343955"/>
            <a:ext cx="298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CA2C1983-85E7-45E2-ABAC-BABAC97AF800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9C8E1515-2B25-410D-A22C-5C4292CCB71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323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1389134"/>
            <a:ext cx="6045390" cy="4083579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C1983-85E7-45E2-ABAC-BABAC97AF800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E1515-2B25-410D-A22C-5C4292CCB71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564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C1983-85E7-45E2-ABAC-BABAC97AF800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E1515-2B25-410D-A22C-5C4292CCB71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97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11" y="612648"/>
            <a:ext cx="6426389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368" y="1978488"/>
            <a:ext cx="6418935" cy="428558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010" y="6343955"/>
            <a:ext cx="33649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/>
          <a:lstStyle/>
          <a:p>
            <a:fld id="{CA2C1983-85E7-45E2-ABAC-BABAC97AF800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9C8E1515-2B25-410D-A22C-5C4292CCB71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940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474177"/>
            <a:ext cx="6950232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627632"/>
            <a:ext cx="6950232" cy="468622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8" y="6343955"/>
            <a:ext cx="342290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/>
          <a:lstStyle/>
          <a:p>
            <a:fld id="{CA2C1983-85E7-45E2-ABAC-BABAC97AF800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9C8E1515-2B25-410D-A22C-5C4292CCB71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7496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75488"/>
            <a:ext cx="6858000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27632"/>
            <a:ext cx="6858000" cy="453537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/>
          <a:lstStyle/>
          <a:p>
            <a:fld id="{CA2C1983-85E7-45E2-ABAC-BABAC97AF800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/>
          <a:lstStyle/>
          <a:p>
            <a:fld id="{9C8E1515-2B25-410D-A22C-5C4292CCB71B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715684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0623"/>
            <a:ext cx="4494189" cy="13258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975104"/>
            <a:ext cx="4494063" cy="4156956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3651" y="6343955"/>
            <a:ext cx="1573037" cy="365125"/>
          </a:xfrm>
        </p:spPr>
        <p:txBody>
          <a:bodyPr/>
          <a:lstStyle/>
          <a:p>
            <a:fld id="{CA2C1983-85E7-45E2-ABAC-BABAC97AF800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665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C8E1515-2B25-410D-A22C-5C4292CCB71B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34773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429768"/>
            <a:ext cx="36576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3" y="2315569"/>
            <a:ext cx="3657600" cy="3814887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3447" y="6343955"/>
            <a:ext cx="949766" cy="365125"/>
          </a:xfrm>
        </p:spPr>
        <p:txBody>
          <a:bodyPr/>
          <a:lstStyle/>
          <a:p>
            <a:fld id="{CA2C1983-85E7-45E2-ABAC-BABAC97AF800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53213" y="6343955"/>
            <a:ext cx="429207" cy="365125"/>
          </a:xfrm>
        </p:spPr>
        <p:txBody>
          <a:bodyPr/>
          <a:lstStyle/>
          <a:p>
            <a:fld id="{9C8E1515-2B25-410D-A22C-5C4292CCB71B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95088" y="0"/>
            <a:ext cx="729691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09750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929554"/>
            <a:ext cx="2699254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343955"/>
            <a:ext cx="140446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A2C1983-85E7-45E2-ABAC-BABAC97AF800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9C8E1515-2B25-410D-A22C-5C4292CCB71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3624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162318"/>
            <a:ext cx="3044954" cy="1892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4162318"/>
            <a:ext cx="7460029" cy="20915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C1983-85E7-45E2-ABAC-BABAC97AF800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E1515-2B25-410D-A22C-5C4292CCB71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1778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637269" cy="4207695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7221" y="1912938"/>
            <a:ext cx="5741992" cy="422433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CA2C1983-85E7-45E2-ABAC-BABAC97AF800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fld id="{9C8E1515-2B25-410D-A22C-5C4292CCB71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1336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6802"/>
            <a:ext cx="4672584" cy="12694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468" y="2173850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676838" cy="5405377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C1983-85E7-45E2-ABAC-BABAC97AF800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E1515-2B25-410D-A22C-5C4292CCB71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0283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A2C1983-85E7-45E2-ABAC-BABAC97AF800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7734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64" y="42335"/>
            <a:ext cx="11517039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C1983-85E7-45E2-ABAC-BABAC97AF800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E1515-2B25-410D-A22C-5C4292CCB71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8072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9200"/>
            <a:ext cx="9198864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3324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C1983-85E7-45E2-ABAC-BABAC97AF800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E1515-2B25-410D-A22C-5C4292CCB71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8535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741152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8563" y="1825625"/>
            <a:ext cx="5075237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C1983-85E7-45E2-ABAC-BABAC97AF800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E1515-2B25-410D-A22C-5C4292CCB71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477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12064"/>
            <a:ext cx="10745788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87600"/>
            <a:ext cx="5075238" cy="37861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0468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832" y="2387600"/>
            <a:ext cx="5075556" cy="37861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C1983-85E7-45E2-ABAC-BABAC97AF800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E1515-2B25-410D-A22C-5C4292CCB71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1030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963656" cy="96926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C1983-85E7-45E2-ABAC-BABAC97AF800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E1515-2B25-410D-A22C-5C4292CCB71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4675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C1983-85E7-45E2-ABAC-BABAC97AF800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E1515-2B25-410D-A22C-5C4292CCB71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72146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" y="89808"/>
            <a:ext cx="11462003" cy="2514600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118757"/>
            <a:ext cx="10963528" cy="2620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C1983-85E7-45E2-ABAC-BABAC97AF800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E1515-2B25-410D-A22C-5C4292CCB71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0247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C1983-85E7-45E2-ABAC-BABAC97AF800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E1515-2B25-410D-A22C-5C4292CCB71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4445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E39DF1B-149A-7536-1EE1-F60E78DC48A1}"/>
              </a:ext>
            </a:extLst>
          </p:cNvPr>
          <p:cNvSpPr/>
          <p:nvPr userDrawn="1"/>
        </p:nvSpPr>
        <p:spPr>
          <a:xfrm>
            <a:off x="-24029" y="3725337"/>
            <a:ext cx="3164604" cy="3136559"/>
          </a:xfrm>
          <a:custGeom>
            <a:avLst/>
            <a:gdLst>
              <a:gd name="connsiteX0" fmla="*/ 3164605 w 3164604"/>
              <a:gd name="connsiteY0" fmla="*/ 3136560 h 3136559"/>
              <a:gd name="connsiteX1" fmla="*/ 2169020 w 3164604"/>
              <a:gd name="connsiteY1" fmla="*/ 2323512 h 3136559"/>
              <a:gd name="connsiteX2" fmla="*/ 1103750 w 3164604"/>
              <a:gd name="connsiteY2" fmla="*/ 1666967 h 3136559"/>
              <a:gd name="connsiteX3" fmla="*/ 768729 w 3164604"/>
              <a:gd name="connsiteY3" fmla="*/ 629935 h 3136559"/>
              <a:gd name="connsiteX4" fmla="*/ 0 w 3164604"/>
              <a:gd name="connsiteY4" fmla="*/ 0 h 3136559"/>
              <a:gd name="connsiteX5" fmla="*/ 0 w 3164604"/>
              <a:gd name="connsiteY5" fmla="*/ 3133688 h 3136559"/>
              <a:gd name="connsiteX6" fmla="*/ 3164605 w 3164604"/>
              <a:gd name="connsiteY6" fmla="*/ 3136560 h 3136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64604" h="3136559">
                <a:moveTo>
                  <a:pt x="3164605" y="3136560"/>
                </a:moveTo>
                <a:cubicBezTo>
                  <a:pt x="3013559" y="2738747"/>
                  <a:pt x="2568843" y="2469007"/>
                  <a:pt x="2169020" y="2323512"/>
                </a:cubicBezTo>
                <a:cubicBezTo>
                  <a:pt x="1769196" y="2178017"/>
                  <a:pt x="1329649" y="2027545"/>
                  <a:pt x="1103750" y="1666967"/>
                </a:cubicBezTo>
                <a:cubicBezTo>
                  <a:pt x="910108" y="1357887"/>
                  <a:pt x="920254" y="961701"/>
                  <a:pt x="768729" y="629935"/>
                </a:cubicBezTo>
                <a:cubicBezTo>
                  <a:pt x="630030" y="326023"/>
                  <a:pt x="322194" y="87967"/>
                  <a:pt x="0" y="0"/>
                </a:cubicBezTo>
                <a:lnTo>
                  <a:pt x="0" y="3133688"/>
                </a:lnTo>
                <a:lnTo>
                  <a:pt x="3164605" y="3136560"/>
                </a:lnTo>
                <a:close/>
              </a:path>
            </a:pathLst>
          </a:custGeom>
          <a:solidFill>
            <a:schemeClr val="accent5"/>
          </a:solidFill>
          <a:ln w="957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7">
            <a:extLst>
              <a:ext uri="{FF2B5EF4-FFF2-40B4-BE49-F238E27FC236}">
                <a16:creationId xmlns:a16="http://schemas.microsoft.com/office/drawing/2014/main" id="{E9560222-BFA6-5F99-2086-B94D42AD998E}"/>
              </a:ext>
            </a:extLst>
          </p:cNvPr>
          <p:cNvSpPr/>
          <p:nvPr userDrawn="1"/>
        </p:nvSpPr>
        <p:spPr>
          <a:xfrm>
            <a:off x="8954715" y="-1"/>
            <a:ext cx="3246986" cy="6859503"/>
          </a:xfrm>
          <a:custGeom>
            <a:avLst/>
            <a:gdLst>
              <a:gd name="connsiteX0" fmla="*/ 2228557 w 3262526"/>
              <a:gd name="connsiteY0" fmla="*/ 0 h 6892332"/>
              <a:gd name="connsiteX1" fmla="*/ 2141835 w 3262526"/>
              <a:gd name="connsiteY1" fmla="*/ 1398376 h 6892332"/>
              <a:gd name="connsiteX2" fmla="*/ 0 w 3262526"/>
              <a:gd name="connsiteY2" fmla="*/ 3723420 h 6892332"/>
              <a:gd name="connsiteX3" fmla="*/ 618448 w 3262526"/>
              <a:gd name="connsiteY3" fmla="*/ 5338411 h 6892332"/>
              <a:gd name="connsiteX4" fmla="*/ 973474 w 3262526"/>
              <a:gd name="connsiteY4" fmla="*/ 6890610 h 6892332"/>
              <a:gd name="connsiteX5" fmla="*/ 3262527 w 3262526"/>
              <a:gd name="connsiteY5" fmla="*/ 6892333 h 6892332"/>
              <a:gd name="connsiteX6" fmla="*/ 3261953 w 3262526"/>
              <a:gd name="connsiteY6" fmla="*/ 957 h 6892332"/>
              <a:gd name="connsiteX7" fmla="*/ 2228557 w 3262526"/>
              <a:gd name="connsiteY7" fmla="*/ 0 h 6892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62526" h="6892332">
                <a:moveTo>
                  <a:pt x="2228557" y="0"/>
                </a:moveTo>
                <a:cubicBezTo>
                  <a:pt x="2632305" y="498224"/>
                  <a:pt x="2611438" y="963232"/>
                  <a:pt x="2141835" y="1398376"/>
                </a:cubicBezTo>
                <a:cubicBezTo>
                  <a:pt x="1672231" y="1833520"/>
                  <a:pt x="91700" y="2371947"/>
                  <a:pt x="0" y="3723420"/>
                </a:cubicBezTo>
                <a:cubicBezTo>
                  <a:pt x="80214" y="4639749"/>
                  <a:pt x="584084" y="5063503"/>
                  <a:pt x="618448" y="5338411"/>
                </a:cubicBezTo>
                <a:cubicBezTo>
                  <a:pt x="652811" y="5613320"/>
                  <a:pt x="652811" y="6455466"/>
                  <a:pt x="973474" y="6890610"/>
                </a:cubicBezTo>
                <a:lnTo>
                  <a:pt x="3262527" y="6892333"/>
                </a:lnTo>
                <a:lnTo>
                  <a:pt x="3261953" y="957"/>
                </a:lnTo>
                <a:lnTo>
                  <a:pt x="2228557" y="0"/>
                </a:lnTo>
                <a:close/>
              </a:path>
            </a:pathLst>
          </a:custGeom>
          <a:solidFill>
            <a:schemeClr val="accent1"/>
          </a:solidFill>
          <a:ln w="957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7">
            <a:extLst>
              <a:ext uri="{FF2B5EF4-FFF2-40B4-BE49-F238E27FC236}">
                <a16:creationId xmlns:a16="http://schemas.microsoft.com/office/drawing/2014/main" id="{6A1F63DB-0890-D146-4C24-E3978A3E11C0}"/>
              </a:ext>
            </a:extLst>
          </p:cNvPr>
          <p:cNvSpPr/>
          <p:nvPr userDrawn="1"/>
        </p:nvSpPr>
        <p:spPr>
          <a:xfrm>
            <a:off x="11460937" y="1755606"/>
            <a:ext cx="752986" cy="2682462"/>
          </a:xfrm>
          <a:custGeom>
            <a:avLst/>
            <a:gdLst>
              <a:gd name="connsiteX0" fmla="*/ 752987 w 752986"/>
              <a:gd name="connsiteY0" fmla="*/ 2682463 h 2682462"/>
              <a:gd name="connsiteX1" fmla="*/ 625 w 752986"/>
              <a:gd name="connsiteY1" fmla="*/ 901972 h 2682462"/>
              <a:gd name="connsiteX2" fmla="*/ 748009 w 752986"/>
              <a:gd name="connsiteY2" fmla="*/ 0 h 2682462"/>
              <a:gd name="connsiteX3" fmla="*/ 752987 w 752986"/>
              <a:gd name="connsiteY3" fmla="*/ 2682463 h 2682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2986" h="2682462">
                <a:moveTo>
                  <a:pt x="752987" y="2682463"/>
                </a:moveTo>
                <a:cubicBezTo>
                  <a:pt x="752987" y="2682463"/>
                  <a:pt x="-25123" y="2173327"/>
                  <a:pt x="625" y="901972"/>
                </a:cubicBezTo>
                <a:cubicBezTo>
                  <a:pt x="9240" y="403748"/>
                  <a:pt x="748009" y="0"/>
                  <a:pt x="748009" y="0"/>
                </a:cubicBezTo>
                <a:lnTo>
                  <a:pt x="752987" y="2682463"/>
                </a:lnTo>
                <a:close/>
              </a:path>
            </a:pathLst>
          </a:custGeom>
          <a:solidFill>
            <a:schemeClr val="accent4"/>
          </a:solidFill>
          <a:ln w="957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7">
            <a:extLst>
              <a:ext uri="{FF2B5EF4-FFF2-40B4-BE49-F238E27FC236}">
                <a16:creationId xmlns:a16="http://schemas.microsoft.com/office/drawing/2014/main" id="{7FC6C917-FB46-AF97-E9DB-1B4A31778C45}"/>
              </a:ext>
            </a:extLst>
          </p:cNvPr>
          <p:cNvSpPr/>
          <p:nvPr userDrawn="1"/>
        </p:nvSpPr>
        <p:spPr>
          <a:xfrm>
            <a:off x="8394589" y="-60396"/>
            <a:ext cx="2747434" cy="6923632"/>
          </a:xfrm>
          <a:custGeom>
            <a:avLst/>
            <a:gdLst>
              <a:gd name="connsiteX0" fmla="*/ 2534956 w 2747434"/>
              <a:gd name="connsiteY0" fmla="*/ 0 h 6923632"/>
              <a:gd name="connsiteX1" fmla="*/ 2706775 w 2747434"/>
              <a:gd name="connsiteY1" fmla="*/ 979313 h 6923632"/>
              <a:gd name="connsiteX2" fmla="*/ 1358077 w 2747434"/>
              <a:gd name="connsiteY2" fmla="*/ 1924263 h 6923632"/>
              <a:gd name="connsiteX3" fmla="*/ 9379 w 2747434"/>
              <a:gd name="connsiteY3" fmla="*/ 3479046 h 6923632"/>
              <a:gd name="connsiteX4" fmla="*/ 473239 w 2747434"/>
              <a:gd name="connsiteY4" fmla="*/ 5162669 h 6923632"/>
              <a:gd name="connsiteX5" fmla="*/ 791030 w 2747434"/>
              <a:gd name="connsiteY5" fmla="*/ 6923633 h 6923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47434" h="6923632">
                <a:moveTo>
                  <a:pt x="2534956" y="0"/>
                </a:moveTo>
                <a:cubicBezTo>
                  <a:pt x="2560706" y="51497"/>
                  <a:pt x="2852748" y="661427"/>
                  <a:pt x="2706775" y="979313"/>
                </a:cubicBezTo>
                <a:cubicBezTo>
                  <a:pt x="2560802" y="1297200"/>
                  <a:pt x="1736076" y="1743831"/>
                  <a:pt x="1358077" y="1924263"/>
                </a:cubicBezTo>
                <a:cubicBezTo>
                  <a:pt x="980078" y="2104696"/>
                  <a:pt x="95336" y="2723144"/>
                  <a:pt x="9379" y="3479046"/>
                </a:cubicBezTo>
                <a:cubicBezTo>
                  <a:pt x="-76577" y="4234949"/>
                  <a:pt x="456105" y="4750402"/>
                  <a:pt x="473239" y="5162669"/>
                </a:cubicBezTo>
                <a:cubicBezTo>
                  <a:pt x="490373" y="5575032"/>
                  <a:pt x="456105" y="6605842"/>
                  <a:pt x="791030" y="6923633"/>
                </a:cubicBezTo>
              </a:path>
            </a:pathLst>
          </a:custGeom>
          <a:noFill/>
          <a:ln w="15915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Graphic 7">
            <a:extLst>
              <a:ext uri="{FF2B5EF4-FFF2-40B4-BE49-F238E27FC236}">
                <a16:creationId xmlns:a16="http://schemas.microsoft.com/office/drawing/2014/main" id="{41A19249-E1F6-D491-3028-BF052653AE90}"/>
              </a:ext>
            </a:extLst>
          </p:cNvPr>
          <p:cNvSpPr/>
          <p:nvPr userDrawn="1"/>
        </p:nvSpPr>
        <p:spPr>
          <a:xfrm>
            <a:off x="-49846" y="4285968"/>
            <a:ext cx="3589698" cy="2592105"/>
          </a:xfrm>
          <a:custGeom>
            <a:avLst/>
            <a:gdLst>
              <a:gd name="connsiteX0" fmla="*/ 0 w 3589698"/>
              <a:gd name="connsiteY0" fmla="*/ 1102890 h 2592105"/>
              <a:gd name="connsiteX1" fmla="*/ 1302177 w 3589698"/>
              <a:gd name="connsiteY1" fmla="*/ 3448 h 2592105"/>
              <a:gd name="connsiteX2" fmla="*/ 3360640 w 3589698"/>
              <a:gd name="connsiteY2" fmla="*/ 892306 h 2592105"/>
              <a:gd name="connsiteX3" fmla="*/ 3446406 w 3589698"/>
              <a:gd name="connsiteY3" fmla="*/ 2592105 h 2592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9698" h="2592105">
                <a:moveTo>
                  <a:pt x="0" y="1102890"/>
                </a:moveTo>
                <a:cubicBezTo>
                  <a:pt x="0" y="1102890"/>
                  <a:pt x="655013" y="50255"/>
                  <a:pt x="1302177" y="3448"/>
                </a:cubicBezTo>
                <a:cubicBezTo>
                  <a:pt x="1949342" y="-43359"/>
                  <a:pt x="3079989" y="393316"/>
                  <a:pt x="3360640" y="892306"/>
                </a:cubicBezTo>
                <a:cubicBezTo>
                  <a:pt x="3641387" y="1391295"/>
                  <a:pt x="3656894" y="2225688"/>
                  <a:pt x="3446406" y="2592105"/>
                </a:cubicBezTo>
              </a:path>
            </a:pathLst>
          </a:custGeom>
          <a:noFill/>
          <a:ln w="15915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Graphic 7">
            <a:extLst>
              <a:ext uri="{FF2B5EF4-FFF2-40B4-BE49-F238E27FC236}">
                <a16:creationId xmlns:a16="http://schemas.microsoft.com/office/drawing/2014/main" id="{D7265E32-8B13-A33D-3C7C-2984AF5C71B9}"/>
              </a:ext>
            </a:extLst>
          </p:cNvPr>
          <p:cNvSpPr/>
          <p:nvPr userDrawn="1"/>
        </p:nvSpPr>
        <p:spPr>
          <a:xfrm>
            <a:off x="-65448" y="4416211"/>
            <a:ext cx="3542501" cy="2446355"/>
          </a:xfrm>
          <a:custGeom>
            <a:avLst/>
            <a:gdLst>
              <a:gd name="connsiteX0" fmla="*/ 0 w 3542501"/>
              <a:gd name="connsiteY0" fmla="*/ 824473 h 2446355"/>
              <a:gd name="connsiteX1" fmla="*/ 1403545 w 3542501"/>
              <a:gd name="connsiteY1" fmla="*/ 13531 h 2446355"/>
              <a:gd name="connsiteX2" fmla="*/ 3274875 w 3542501"/>
              <a:gd name="connsiteY2" fmla="*/ 567177 h 2446355"/>
              <a:gd name="connsiteX3" fmla="*/ 3540020 w 3542501"/>
              <a:gd name="connsiteY3" fmla="*/ 2446356 h 2446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42501" h="2446355">
                <a:moveTo>
                  <a:pt x="0" y="824473"/>
                </a:moveTo>
                <a:cubicBezTo>
                  <a:pt x="0" y="824473"/>
                  <a:pt x="522441" y="52489"/>
                  <a:pt x="1403545" y="13531"/>
                </a:cubicBezTo>
                <a:cubicBezTo>
                  <a:pt x="2284650" y="-25427"/>
                  <a:pt x="2963019" y="-17674"/>
                  <a:pt x="3274875" y="567177"/>
                </a:cubicBezTo>
                <a:cubicBezTo>
                  <a:pt x="3586731" y="1152027"/>
                  <a:pt x="3540020" y="2446356"/>
                  <a:pt x="3540020" y="2446356"/>
                </a:cubicBezTo>
              </a:path>
            </a:pathLst>
          </a:custGeom>
          <a:noFill/>
          <a:ln w="15915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Graphic 7">
            <a:extLst>
              <a:ext uri="{FF2B5EF4-FFF2-40B4-BE49-F238E27FC236}">
                <a16:creationId xmlns:a16="http://schemas.microsoft.com/office/drawing/2014/main" id="{3473988C-9298-CA8F-9222-B4EC2D85012E}"/>
              </a:ext>
            </a:extLst>
          </p:cNvPr>
          <p:cNvSpPr/>
          <p:nvPr userDrawn="1"/>
        </p:nvSpPr>
        <p:spPr>
          <a:xfrm>
            <a:off x="-33020" y="-43248"/>
            <a:ext cx="5724449" cy="2616128"/>
          </a:xfrm>
          <a:custGeom>
            <a:avLst/>
            <a:gdLst>
              <a:gd name="connsiteX0" fmla="*/ 5724450 w 5724449"/>
              <a:gd name="connsiteY0" fmla="*/ 35225 h 2616128"/>
              <a:gd name="connsiteX1" fmla="*/ 3094251 w 5724449"/>
              <a:gd name="connsiteY1" fmla="*/ 1434654 h 2616128"/>
              <a:gd name="connsiteX2" fmla="*/ 0 w 5724449"/>
              <a:gd name="connsiteY2" fmla="*/ 2616129 h 2616128"/>
              <a:gd name="connsiteX3" fmla="*/ 28142 w 5724449"/>
              <a:gd name="connsiteY3" fmla="*/ 0 h 2616128"/>
              <a:gd name="connsiteX4" fmla="*/ 5724450 w 5724449"/>
              <a:gd name="connsiteY4" fmla="*/ 35225 h 2616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24449" h="2616128">
                <a:moveTo>
                  <a:pt x="5724450" y="35225"/>
                </a:moveTo>
                <a:cubicBezTo>
                  <a:pt x="5724450" y="35225"/>
                  <a:pt x="5597908" y="1462796"/>
                  <a:pt x="3094251" y="1434654"/>
                </a:cubicBezTo>
                <a:cubicBezTo>
                  <a:pt x="590594" y="1406513"/>
                  <a:pt x="0" y="2616129"/>
                  <a:pt x="0" y="2616129"/>
                </a:cubicBezTo>
                <a:lnTo>
                  <a:pt x="28142" y="0"/>
                </a:lnTo>
                <a:lnTo>
                  <a:pt x="5724450" y="35225"/>
                </a:lnTo>
                <a:close/>
              </a:path>
            </a:pathLst>
          </a:custGeom>
          <a:solidFill>
            <a:schemeClr val="accent2"/>
          </a:solidFill>
          <a:ln w="957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Graphic 7">
            <a:extLst>
              <a:ext uri="{FF2B5EF4-FFF2-40B4-BE49-F238E27FC236}">
                <a16:creationId xmlns:a16="http://schemas.microsoft.com/office/drawing/2014/main" id="{F8965DE2-45B5-ED84-891E-A6F97AD38829}"/>
              </a:ext>
            </a:extLst>
          </p:cNvPr>
          <p:cNvSpPr/>
          <p:nvPr userDrawn="1"/>
        </p:nvSpPr>
        <p:spPr>
          <a:xfrm>
            <a:off x="827200" y="1046507"/>
            <a:ext cx="1730598" cy="1472358"/>
          </a:xfrm>
          <a:custGeom>
            <a:avLst/>
            <a:gdLst>
              <a:gd name="connsiteX0" fmla="*/ 70078 w 1730598"/>
              <a:gd name="connsiteY0" fmla="*/ 544165 h 1472358"/>
              <a:gd name="connsiteX1" fmla="*/ 882455 w 1730598"/>
              <a:gd name="connsiteY1" fmla="*/ 20959 h 1472358"/>
              <a:gd name="connsiteX2" fmla="*/ 1639793 w 1730598"/>
              <a:gd name="connsiteY2" fmla="*/ 915942 h 1472358"/>
              <a:gd name="connsiteX3" fmla="*/ 731026 w 1730598"/>
              <a:gd name="connsiteY3" fmla="*/ 1452933 h 1472358"/>
              <a:gd name="connsiteX4" fmla="*/ 70078 w 1730598"/>
              <a:gd name="connsiteY4" fmla="*/ 544165 h 1472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30598" h="1472358">
                <a:moveTo>
                  <a:pt x="70078" y="544165"/>
                </a:moveTo>
                <a:cubicBezTo>
                  <a:pt x="117938" y="355405"/>
                  <a:pt x="97645" y="-102999"/>
                  <a:pt x="882455" y="20959"/>
                </a:cubicBezTo>
                <a:cubicBezTo>
                  <a:pt x="1667265" y="144916"/>
                  <a:pt x="1873829" y="557949"/>
                  <a:pt x="1639793" y="915942"/>
                </a:cubicBezTo>
                <a:cubicBezTo>
                  <a:pt x="1405757" y="1273936"/>
                  <a:pt x="1185410" y="1549323"/>
                  <a:pt x="731026" y="1452933"/>
                </a:cubicBezTo>
                <a:cubicBezTo>
                  <a:pt x="276642" y="1356542"/>
                  <a:pt x="-177742" y="1521755"/>
                  <a:pt x="70078" y="544165"/>
                </a:cubicBezTo>
                <a:close/>
              </a:path>
            </a:pathLst>
          </a:custGeom>
          <a:solidFill>
            <a:schemeClr val="accent4"/>
          </a:solidFill>
          <a:ln w="957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5" name="Graphic 7">
            <a:extLst>
              <a:ext uri="{FF2B5EF4-FFF2-40B4-BE49-F238E27FC236}">
                <a16:creationId xmlns:a16="http://schemas.microsoft.com/office/drawing/2014/main" id="{38909D99-8636-CA65-786E-FF9A3A0A484B}"/>
              </a:ext>
            </a:extLst>
          </p:cNvPr>
          <p:cNvGrpSpPr/>
          <p:nvPr userDrawn="1"/>
        </p:nvGrpSpPr>
        <p:grpSpPr>
          <a:xfrm>
            <a:off x="11303531" y="1529534"/>
            <a:ext cx="891530" cy="3371125"/>
            <a:chOff x="11303531" y="1529534"/>
            <a:chExt cx="891530" cy="3371125"/>
          </a:xfrm>
          <a:solidFill>
            <a:schemeClr val="tx2"/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F344EEE-8F93-E4EA-9A3F-ED1139624BC2}"/>
                </a:ext>
              </a:extLst>
            </p:cNvPr>
            <p:cNvSpPr/>
            <p:nvPr/>
          </p:nvSpPr>
          <p:spPr>
            <a:xfrm>
              <a:off x="11303531" y="1834922"/>
              <a:ext cx="871241" cy="3065737"/>
            </a:xfrm>
            <a:custGeom>
              <a:avLst/>
              <a:gdLst>
                <a:gd name="connsiteX0" fmla="*/ 848936 w 871241"/>
                <a:gd name="connsiteY0" fmla="*/ 802 h 3065737"/>
                <a:gd name="connsiteX1" fmla="*/ 315679 w 871241"/>
                <a:gd name="connsiteY1" fmla="*/ 412878 h 3065737"/>
                <a:gd name="connsiteX2" fmla="*/ 42685 w 871241"/>
                <a:gd name="connsiteY2" fmla="*/ 1128578 h 3065737"/>
                <a:gd name="connsiteX3" fmla="*/ 23062 w 871241"/>
                <a:gd name="connsiteY3" fmla="*/ 1928415 h 3065737"/>
                <a:gd name="connsiteX4" fmla="*/ 281124 w 871241"/>
                <a:gd name="connsiteY4" fmla="*/ 2607742 h 3065737"/>
                <a:gd name="connsiteX5" fmla="*/ 778390 w 871241"/>
                <a:gd name="connsiteY5" fmla="*/ 3034080 h 3065737"/>
                <a:gd name="connsiteX6" fmla="*/ 853818 w 871241"/>
                <a:gd name="connsiteY6" fmla="*/ 3064806 h 3065737"/>
                <a:gd name="connsiteX7" fmla="*/ 861476 w 871241"/>
                <a:gd name="connsiteY7" fmla="*/ 3037143 h 3065737"/>
                <a:gd name="connsiteX8" fmla="*/ 348702 w 871241"/>
                <a:gd name="connsiteY8" fmla="*/ 2651581 h 3065737"/>
                <a:gd name="connsiteX9" fmla="*/ 67284 w 871241"/>
                <a:gd name="connsiteY9" fmla="*/ 2015808 h 3065737"/>
                <a:gd name="connsiteX10" fmla="*/ 55415 w 871241"/>
                <a:gd name="connsiteY10" fmla="*/ 1233295 h 3065737"/>
                <a:gd name="connsiteX11" fmla="*/ 291366 w 871241"/>
                <a:gd name="connsiteY11" fmla="*/ 502663 h 3065737"/>
                <a:gd name="connsiteX12" fmla="*/ 778677 w 871241"/>
                <a:gd name="connsiteY12" fmla="*/ 58043 h 3065737"/>
                <a:gd name="connsiteX13" fmla="*/ 856594 w 871241"/>
                <a:gd name="connsiteY13" fmla="*/ 28465 h 3065737"/>
                <a:gd name="connsiteX14" fmla="*/ 848936 w 871241"/>
                <a:gd name="connsiteY14" fmla="*/ 802 h 3065737"/>
                <a:gd name="connsiteX15" fmla="*/ 848936 w 871241"/>
                <a:gd name="connsiteY15" fmla="*/ 802 h 306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71241" h="3065737">
                  <a:moveTo>
                    <a:pt x="848936" y="802"/>
                  </a:moveTo>
                  <a:cubicBezTo>
                    <a:pt x="630024" y="72592"/>
                    <a:pt x="447198" y="226128"/>
                    <a:pt x="315679" y="412878"/>
                  </a:cubicBezTo>
                  <a:cubicBezTo>
                    <a:pt x="166929" y="624036"/>
                    <a:pt x="86333" y="876068"/>
                    <a:pt x="42685" y="1128578"/>
                  </a:cubicBezTo>
                  <a:cubicBezTo>
                    <a:pt x="-2782" y="1391904"/>
                    <a:pt x="-15992" y="1663462"/>
                    <a:pt x="23062" y="1928415"/>
                  </a:cubicBezTo>
                  <a:cubicBezTo>
                    <a:pt x="58670" y="2170300"/>
                    <a:pt x="141276" y="2405964"/>
                    <a:pt x="281124" y="2607742"/>
                  </a:cubicBezTo>
                  <a:cubicBezTo>
                    <a:pt x="406805" y="2789036"/>
                    <a:pt x="576229" y="2942954"/>
                    <a:pt x="778390" y="3034080"/>
                  </a:cubicBezTo>
                  <a:cubicBezTo>
                    <a:pt x="803181" y="3045183"/>
                    <a:pt x="828260" y="3055425"/>
                    <a:pt x="853818" y="3064806"/>
                  </a:cubicBezTo>
                  <a:cubicBezTo>
                    <a:pt x="871238" y="3071123"/>
                    <a:pt x="878705" y="3043460"/>
                    <a:pt x="861476" y="3037143"/>
                  </a:cubicBezTo>
                  <a:cubicBezTo>
                    <a:pt x="656922" y="2962481"/>
                    <a:pt x="481657" y="2822634"/>
                    <a:pt x="348702" y="2651581"/>
                  </a:cubicBezTo>
                  <a:cubicBezTo>
                    <a:pt x="204452" y="2465884"/>
                    <a:pt x="113135" y="2245537"/>
                    <a:pt x="67284" y="2015808"/>
                  </a:cubicBezTo>
                  <a:cubicBezTo>
                    <a:pt x="15978" y="1758703"/>
                    <a:pt x="19712" y="1492218"/>
                    <a:pt x="55415" y="1233295"/>
                  </a:cubicBezTo>
                  <a:cubicBezTo>
                    <a:pt x="90449" y="978967"/>
                    <a:pt x="157645" y="724160"/>
                    <a:pt x="291366" y="502663"/>
                  </a:cubicBezTo>
                  <a:cubicBezTo>
                    <a:pt x="406421" y="312180"/>
                    <a:pt x="573261" y="148020"/>
                    <a:pt x="778677" y="58043"/>
                  </a:cubicBezTo>
                  <a:cubicBezTo>
                    <a:pt x="804138" y="46844"/>
                    <a:pt x="830175" y="37176"/>
                    <a:pt x="856594" y="28465"/>
                  </a:cubicBezTo>
                  <a:cubicBezTo>
                    <a:pt x="874014" y="22722"/>
                    <a:pt x="866548" y="-5037"/>
                    <a:pt x="848936" y="802"/>
                  </a:cubicBezTo>
                  <a:lnTo>
                    <a:pt x="848936" y="802"/>
                  </a:lnTo>
                  <a:close/>
                </a:path>
              </a:pathLst>
            </a:custGeom>
            <a:grpFill/>
            <a:ln w="95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1F3599D-8E06-CB7C-D5B9-B2720CC8BF48}"/>
                </a:ext>
              </a:extLst>
            </p:cNvPr>
            <p:cNvSpPr/>
            <p:nvPr/>
          </p:nvSpPr>
          <p:spPr>
            <a:xfrm>
              <a:off x="11617593" y="1529534"/>
              <a:ext cx="577468" cy="2048267"/>
            </a:xfrm>
            <a:custGeom>
              <a:avLst/>
              <a:gdLst>
                <a:gd name="connsiteX0" fmla="*/ 555454 w 577468"/>
                <a:gd name="connsiteY0" fmla="*/ 1322 h 2048267"/>
                <a:gd name="connsiteX1" fmla="*/ 219189 w 577468"/>
                <a:gd name="connsiteY1" fmla="*/ 274699 h 2048267"/>
                <a:gd name="connsiteX2" fmla="*/ 35215 w 577468"/>
                <a:gd name="connsiteY2" fmla="*/ 678064 h 2048267"/>
                <a:gd name="connsiteX3" fmla="*/ 10806 w 577468"/>
                <a:gd name="connsiteY3" fmla="*/ 1151591 h 2048267"/>
                <a:gd name="connsiteX4" fmla="*/ 162235 w 577468"/>
                <a:gd name="connsiteY4" fmla="*/ 1649432 h 2048267"/>
                <a:gd name="connsiteX5" fmla="*/ 300647 w 577468"/>
                <a:gd name="connsiteY5" fmla="*/ 1872269 h 2048267"/>
                <a:gd name="connsiteX6" fmla="*/ 485196 w 577468"/>
                <a:gd name="connsiteY6" fmla="*/ 2040545 h 2048267"/>
                <a:gd name="connsiteX7" fmla="*/ 543201 w 577468"/>
                <a:gd name="connsiteY7" fmla="*/ 2047915 h 2048267"/>
                <a:gd name="connsiteX8" fmla="*/ 543201 w 577468"/>
                <a:gd name="connsiteY8" fmla="*/ 2019199 h 2048267"/>
                <a:gd name="connsiteX9" fmla="*/ 350229 w 577468"/>
                <a:gd name="connsiteY9" fmla="*/ 1889690 h 2048267"/>
                <a:gd name="connsiteX10" fmla="*/ 209329 w 577468"/>
                <a:gd name="connsiteY10" fmla="*/ 1677574 h 2048267"/>
                <a:gd name="connsiteX11" fmla="*/ 45935 w 577468"/>
                <a:gd name="connsiteY11" fmla="*/ 1197441 h 2048267"/>
                <a:gd name="connsiteX12" fmla="*/ 52444 w 577468"/>
                <a:gd name="connsiteY12" fmla="*/ 732911 h 2048267"/>
                <a:gd name="connsiteX13" fmla="*/ 214019 w 577468"/>
                <a:gd name="connsiteY13" fmla="*/ 332035 h 2048267"/>
                <a:gd name="connsiteX14" fmla="*/ 520899 w 577468"/>
                <a:gd name="connsiteY14" fmla="*/ 49278 h 2048267"/>
                <a:gd name="connsiteX15" fmla="*/ 569812 w 577468"/>
                <a:gd name="connsiteY15" fmla="*/ 26113 h 2048267"/>
                <a:gd name="connsiteX16" fmla="*/ 555454 w 577468"/>
                <a:gd name="connsiteY16" fmla="*/ 1322 h 2048267"/>
                <a:gd name="connsiteX17" fmla="*/ 555454 w 577468"/>
                <a:gd name="connsiteY17" fmla="*/ 1322 h 2048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7468" h="2048267">
                  <a:moveTo>
                    <a:pt x="555454" y="1322"/>
                  </a:moveTo>
                  <a:cubicBezTo>
                    <a:pt x="420297" y="59615"/>
                    <a:pt x="306390" y="156867"/>
                    <a:pt x="219189" y="274699"/>
                  </a:cubicBezTo>
                  <a:cubicBezTo>
                    <a:pt x="130743" y="394253"/>
                    <a:pt x="70152" y="533909"/>
                    <a:pt x="35215" y="678064"/>
                  </a:cubicBezTo>
                  <a:cubicBezTo>
                    <a:pt x="-2308" y="833035"/>
                    <a:pt x="-8817" y="993557"/>
                    <a:pt x="10806" y="1151591"/>
                  </a:cubicBezTo>
                  <a:cubicBezTo>
                    <a:pt x="32247" y="1324749"/>
                    <a:pt x="83649" y="1493600"/>
                    <a:pt x="162235" y="1649432"/>
                  </a:cubicBezTo>
                  <a:cubicBezTo>
                    <a:pt x="201672" y="1727635"/>
                    <a:pt x="248001" y="1802297"/>
                    <a:pt x="300647" y="1872269"/>
                  </a:cubicBezTo>
                  <a:cubicBezTo>
                    <a:pt x="349368" y="1936975"/>
                    <a:pt x="405268" y="2013647"/>
                    <a:pt x="485196" y="2040545"/>
                  </a:cubicBezTo>
                  <a:cubicBezTo>
                    <a:pt x="503765" y="2046767"/>
                    <a:pt x="523674" y="2049255"/>
                    <a:pt x="543201" y="2047915"/>
                  </a:cubicBezTo>
                  <a:cubicBezTo>
                    <a:pt x="561484" y="2046575"/>
                    <a:pt x="561676" y="2017859"/>
                    <a:pt x="543201" y="2019199"/>
                  </a:cubicBezTo>
                  <a:cubicBezTo>
                    <a:pt x="459255" y="2025134"/>
                    <a:pt x="397420" y="1948558"/>
                    <a:pt x="350229" y="1889690"/>
                  </a:cubicBezTo>
                  <a:cubicBezTo>
                    <a:pt x="297009" y="1823451"/>
                    <a:pt x="250010" y="1752140"/>
                    <a:pt x="209329" y="1677574"/>
                  </a:cubicBezTo>
                  <a:cubicBezTo>
                    <a:pt x="127967" y="1528442"/>
                    <a:pt x="72545" y="1365239"/>
                    <a:pt x="45935" y="1197441"/>
                  </a:cubicBezTo>
                  <a:cubicBezTo>
                    <a:pt x="21526" y="1043715"/>
                    <a:pt x="21718" y="885681"/>
                    <a:pt x="52444" y="732911"/>
                  </a:cubicBezTo>
                  <a:cubicBezTo>
                    <a:pt x="80968" y="590862"/>
                    <a:pt x="134093" y="453121"/>
                    <a:pt x="214019" y="332035"/>
                  </a:cubicBezTo>
                  <a:cubicBezTo>
                    <a:pt x="291553" y="214586"/>
                    <a:pt x="395506" y="114272"/>
                    <a:pt x="520899" y="49278"/>
                  </a:cubicBezTo>
                  <a:cubicBezTo>
                    <a:pt x="536884" y="40950"/>
                    <a:pt x="553252" y="33292"/>
                    <a:pt x="569812" y="26113"/>
                  </a:cubicBezTo>
                  <a:cubicBezTo>
                    <a:pt x="586946" y="18839"/>
                    <a:pt x="572301" y="-5953"/>
                    <a:pt x="555454" y="1322"/>
                  </a:cubicBezTo>
                  <a:lnTo>
                    <a:pt x="555454" y="1322"/>
                  </a:lnTo>
                  <a:close/>
                </a:path>
              </a:pathLst>
            </a:custGeom>
            <a:grpFill/>
            <a:ln w="95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8" name="Graphic 7">
            <a:extLst>
              <a:ext uri="{FF2B5EF4-FFF2-40B4-BE49-F238E27FC236}">
                <a16:creationId xmlns:a16="http://schemas.microsoft.com/office/drawing/2014/main" id="{7BB091B0-2DB1-6EB2-ADDA-ABC61344B04F}"/>
              </a:ext>
            </a:extLst>
          </p:cNvPr>
          <p:cNvGrpSpPr/>
          <p:nvPr userDrawn="1"/>
        </p:nvGrpSpPr>
        <p:grpSpPr>
          <a:xfrm>
            <a:off x="-50229" y="-74467"/>
            <a:ext cx="4715272" cy="2080359"/>
            <a:chOff x="-50229" y="-74467"/>
            <a:chExt cx="4715272" cy="2080359"/>
          </a:xfrm>
          <a:noFill/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70DBACD-2BCF-9997-B8F5-A9E563DB8335}"/>
                </a:ext>
              </a:extLst>
            </p:cNvPr>
            <p:cNvSpPr/>
            <p:nvPr/>
          </p:nvSpPr>
          <p:spPr>
            <a:xfrm>
              <a:off x="110293" y="-74467"/>
              <a:ext cx="2863852" cy="834797"/>
            </a:xfrm>
            <a:custGeom>
              <a:avLst/>
              <a:gdLst>
                <a:gd name="connsiteX0" fmla="*/ 2863852 w 2863852"/>
                <a:gd name="connsiteY0" fmla="*/ 0 h 834797"/>
                <a:gd name="connsiteX1" fmla="*/ 2170360 w 2863852"/>
                <a:gd name="connsiteY1" fmla="*/ 796201 h 834797"/>
                <a:gd name="connsiteX2" fmla="*/ 1053114 w 2863852"/>
                <a:gd name="connsiteY2" fmla="*/ 764134 h 834797"/>
                <a:gd name="connsiteX3" fmla="*/ 0 w 2863852"/>
                <a:gd name="connsiteY3" fmla="*/ 6413 h 834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3852" h="834797">
                  <a:moveTo>
                    <a:pt x="2863852" y="0"/>
                  </a:moveTo>
                  <a:cubicBezTo>
                    <a:pt x="2863852" y="0"/>
                    <a:pt x="2780384" y="693493"/>
                    <a:pt x="2170360" y="796201"/>
                  </a:cubicBezTo>
                  <a:cubicBezTo>
                    <a:pt x="1560335" y="898908"/>
                    <a:pt x="1245703" y="764134"/>
                    <a:pt x="1053114" y="764134"/>
                  </a:cubicBezTo>
                  <a:cubicBezTo>
                    <a:pt x="860525" y="764134"/>
                    <a:pt x="250404" y="597198"/>
                    <a:pt x="0" y="6413"/>
                  </a:cubicBezTo>
                </a:path>
              </a:pathLst>
            </a:custGeom>
            <a:noFill/>
            <a:ln w="19139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3BA5EE4-EE0C-C298-F421-4DC9C60363C1}"/>
                </a:ext>
              </a:extLst>
            </p:cNvPr>
            <p:cNvSpPr/>
            <p:nvPr/>
          </p:nvSpPr>
          <p:spPr>
            <a:xfrm>
              <a:off x="-50229" y="-55131"/>
              <a:ext cx="2966185" cy="1042224"/>
            </a:xfrm>
            <a:custGeom>
              <a:avLst/>
              <a:gdLst>
                <a:gd name="connsiteX0" fmla="*/ 0 w 2966185"/>
                <a:gd name="connsiteY0" fmla="*/ 57719 h 1042224"/>
                <a:gd name="connsiteX1" fmla="*/ 391687 w 2966185"/>
                <a:gd name="connsiteY1" fmla="*/ 288884 h 1042224"/>
                <a:gd name="connsiteX2" fmla="*/ 1830074 w 2966185"/>
                <a:gd name="connsiteY2" fmla="*/ 1040191 h 1042224"/>
                <a:gd name="connsiteX3" fmla="*/ 2953829 w 2966185"/>
                <a:gd name="connsiteY3" fmla="*/ 0 h 1042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6185" h="1042224">
                  <a:moveTo>
                    <a:pt x="0" y="57719"/>
                  </a:moveTo>
                  <a:cubicBezTo>
                    <a:pt x="0" y="57719"/>
                    <a:pt x="192589" y="218242"/>
                    <a:pt x="391687" y="288884"/>
                  </a:cubicBezTo>
                  <a:cubicBezTo>
                    <a:pt x="590785" y="359525"/>
                    <a:pt x="1085180" y="1001616"/>
                    <a:pt x="1830074" y="1040191"/>
                  </a:cubicBezTo>
                  <a:cubicBezTo>
                    <a:pt x="2574969" y="1078671"/>
                    <a:pt x="3050124" y="565036"/>
                    <a:pt x="2953829" y="0"/>
                  </a:cubicBezTo>
                </a:path>
              </a:pathLst>
            </a:custGeom>
            <a:noFill/>
            <a:ln w="19139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370FFC0-281F-8036-D1AE-E52CFEB8DC11}"/>
                </a:ext>
              </a:extLst>
            </p:cNvPr>
            <p:cNvSpPr/>
            <p:nvPr/>
          </p:nvSpPr>
          <p:spPr>
            <a:xfrm>
              <a:off x="-43815" y="-55227"/>
              <a:ext cx="3309657" cy="1427536"/>
            </a:xfrm>
            <a:custGeom>
              <a:avLst/>
              <a:gdLst>
                <a:gd name="connsiteX0" fmla="*/ 3294115 w 3309657"/>
                <a:gd name="connsiteY0" fmla="*/ 0 h 1427536"/>
                <a:gd name="connsiteX1" fmla="*/ 2940907 w 3309657"/>
                <a:gd name="connsiteY1" fmla="*/ 796201 h 1427536"/>
                <a:gd name="connsiteX2" fmla="*/ 1701618 w 3309657"/>
                <a:gd name="connsiteY2" fmla="*/ 1425465 h 1427536"/>
                <a:gd name="connsiteX3" fmla="*/ 0 w 3309657"/>
                <a:gd name="connsiteY3" fmla="*/ 770548 h 142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09657" h="1427536">
                  <a:moveTo>
                    <a:pt x="3294115" y="0"/>
                  </a:moveTo>
                  <a:cubicBezTo>
                    <a:pt x="3294115" y="0"/>
                    <a:pt x="3422571" y="565036"/>
                    <a:pt x="2940907" y="796201"/>
                  </a:cubicBezTo>
                  <a:cubicBezTo>
                    <a:pt x="2459243" y="1027365"/>
                    <a:pt x="2536394" y="1380572"/>
                    <a:pt x="1701618" y="1425465"/>
                  </a:cubicBezTo>
                  <a:cubicBezTo>
                    <a:pt x="866842" y="1470358"/>
                    <a:pt x="0" y="770548"/>
                    <a:pt x="0" y="770548"/>
                  </a:cubicBezTo>
                </a:path>
              </a:pathLst>
            </a:custGeom>
            <a:noFill/>
            <a:ln w="19139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D69C297-FF9C-CD8E-EE41-AA7C5E833361}"/>
                </a:ext>
              </a:extLst>
            </p:cNvPr>
            <p:cNvSpPr/>
            <p:nvPr/>
          </p:nvSpPr>
          <p:spPr>
            <a:xfrm>
              <a:off x="-50229" y="-70255"/>
              <a:ext cx="4715272" cy="2076147"/>
            </a:xfrm>
            <a:custGeom>
              <a:avLst/>
              <a:gdLst>
                <a:gd name="connsiteX0" fmla="*/ 0 w 4715272"/>
                <a:gd name="connsiteY0" fmla="*/ 1800114 h 2076147"/>
                <a:gd name="connsiteX1" fmla="*/ 4715272 w 4715272"/>
                <a:gd name="connsiteY1" fmla="*/ 0 h 2076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15272" h="2076147">
                  <a:moveTo>
                    <a:pt x="0" y="1800114"/>
                  </a:moveTo>
                  <a:cubicBezTo>
                    <a:pt x="0" y="1800114"/>
                    <a:pt x="3174177" y="3116458"/>
                    <a:pt x="4715272" y="0"/>
                  </a:cubicBezTo>
                </a:path>
              </a:pathLst>
            </a:custGeom>
            <a:noFill/>
            <a:ln w="19139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7A387B09-1852-BE22-A55E-32C42FA222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7349" y="530984"/>
            <a:ext cx="9143999" cy="3508452"/>
          </a:xfrm>
        </p:spPr>
        <p:txBody>
          <a:bodyPr anchor="b">
            <a:noAutofit/>
          </a:bodyPr>
          <a:lstStyle>
            <a:lvl1pPr algn="ctr">
              <a:defRPr sz="4800" b="1" spc="15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DC2C222-0F72-C08F-DEE0-1898A5D730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349" y="4111344"/>
            <a:ext cx="9144000" cy="2068794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accent1"/>
                </a:solidFill>
                <a:latin typeface="+mn-lt"/>
                <a:cs typeface="Varela Round" pitchFamily="2" charset="-79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0" name="Date Placeholder 6">
            <a:extLst>
              <a:ext uri="{FF2B5EF4-FFF2-40B4-BE49-F238E27FC236}">
                <a16:creationId xmlns:a16="http://schemas.microsoft.com/office/drawing/2014/main" id="{217CC675-9A33-0E1B-0D5D-F6E6CC6115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774" y="634630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fld id="{CA2C1983-85E7-45E2-ABAC-BABAC97AF800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21" name="Footer Placeholder 7">
            <a:extLst>
              <a:ext uri="{FF2B5EF4-FFF2-40B4-BE49-F238E27FC236}">
                <a16:creationId xmlns:a16="http://schemas.microsoft.com/office/drawing/2014/main" id="{4C322719-CF72-92E8-EEB3-5C9578671C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4630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8">
            <a:extLst>
              <a:ext uri="{FF2B5EF4-FFF2-40B4-BE49-F238E27FC236}">
                <a16:creationId xmlns:a16="http://schemas.microsoft.com/office/drawing/2014/main" id="{DAAA4950-1F9E-C5B0-FDA5-F4C3FB9312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34630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8209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406175" y="2720396"/>
            <a:ext cx="5645423" cy="2494309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12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10" y="569843"/>
            <a:ext cx="1470992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743202"/>
            <a:ext cx="6096001" cy="3467098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413627"/>
            <a:ext cx="1256738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CA2C1983-85E7-45E2-ABAC-BABAC97AF800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413627"/>
            <a:ext cx="429372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9C8E1515-2B25-410D-A22C-5C4292CCB71B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10" name="Freeform: Shape 15">
            <a:extLst>
              <a:ext uri="{FF2B5EF4-FFF2-40B4-BE49-F238E27FC236}">
                <a16:creationId xmlns:a16="http://schemas.microsoft.com/office/drawing/2014/main" id="{77CE18B4-0B74-0234-E487-7EEAD95FD769}"/>
              </a:ext>
            </a:extLst>
          </p:cNvPr>
          <p:cNvSpPr/>
          <p:nvPr userDrawn="1"/>
        </p:nvSpPr>
        <p:spPr>
          <a:xfrm>
            <a:off x="-1641" y="5105499"/>
            <a:ext cx="1766251" cy="1750580"/>
          </a:xfrm>
          <a:custGeom>
            <a:avLst/>
            <a:gdLst>
              <a:gd name="connsiteX0" fmla="*/ 1766252 w 1766251"/>
              <a:gd name="connsiteY0" fmla="*/ 1750580 h 1750580"/>
              <a:gd name="connsiteX1" fmla="*/ 1210595 w 1766251"/>
              <a:gd name="connsiteY1" fmla="*/ 1296786 h 1750580"/>
              <a:gd name="connsiteX2" fmla="*/ 616048 w 1766251"/>
              <a:gd name="connsiteY2" fmla="*/ 930330 h 1750580"/>
              <a:gd name="connsiteX3" fmla="*/ 429045 w 1766251"/>
              <a:gd name="connsiteY3" fmla="*/ 351549 h 1750580"/>
              <a:gd name="connsiteX4" fmla="*/ 0 w 1766251"/>
              <a:gd name="connsiteY4" fmla="*/ 0 h 1750580"/>
              <a:gd name="connsiteX5" fmla="*/ 0 w 1766251"/>
              <a:gd name="connsiteY5" fmla="*/ 1748956 h 1750580"/>
              <a:gd name="connsiteX6" fmla="*/ 1766252 w 1766251"/>
              <a:gd name="connsiteY6" fmla="*/ 1750580 h 175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66251" h="1750580">
                <a:moveTo>
                  <a:pt x="1766252" y="1750580"/>
                </a:moveTo>
                <a:cubicBezTo>
                  <a:pt x="1681972" y="1528604"/>
                  <a:pt x="1433718" y="1378009"/>
                  <a:pt x="1210595" y="1296786"/>
                </a:cubicBezTo>
                <a:cubicBezTo>
                  <a:pt x="987473" y="1215564"/>
                  <a:pt x="742086" y="1131571"/>
                  <a:pt x="616048" y="930330"/>
                </a:cubicBezTo>
                <a:cubicBezTo>
                  <a:pt x="507974" y="757852"/>
                  <a:pt x="513612" y="536736"/>
                  <a:pt x="429045" y="351549"/>
                </a:cubicBezTo>
                <a:cubicBezTo>
                  <a:pt x="351645" y="181938"/>
                  <a:pt x="179836" y="49115"/>
                  <a:pt x="0" y="0"/>
                </a:cubicBezTo>
                <a:lnTo>
                  <a:pt x="0" y="1748956"/>
                </a:lnTo>
                <a:lnTo>
                  <a:pt x="1766252" y="1750580"/>
                </a:lnTo>
                <a:close/>
              </a:path>
            </a:pathLst>
          </a:custGeom>
          <a:solidFill>
            <a:schemeClr val="accent5"/>
          </a:solidFill>
          <a:ln w="95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1" name="Group 27">
            <a:extLst>
              <a:ext uri="{FF2B5EF4-FFF2-40B4-BE49-F238E27FC236}">
                <a16:creationId xmlns:a16="http://schemas.microsoft.com/office/drawing/2014/main" id="{B844F774-CE6D-75C6-9BD6-962F6AFD105C}"/>
              </a:ext>
            </a:extLst>
          </p:cNvPr>
          <p:cNvGrpSpPr/>
          <p:nvPr userDrawn="1"/>
        </p:nvGrpSpPr>
        <p:grpSpPr>
          <a:xfrm>
            <a:off x="2150" y="5405627"/>
            <a:ext cx="2003538" cy="1446734"/>
            <a:chOff x="2150" y="5405627"/>
            <a:chExt cx="2003538" cy="1446734"/>
          </a:xfrm>
        </p:grpSpPr>
        <p:sp>
          <p:nvSpPr>
            <p:cNvPr id="12" name="Graphic 7">
              <a:extLst>
                <a:ext uri="{FF2B5EF4-FFF2-40B4-BE49-F238E27FC236}">
                  <a16:creationId xmlns:a16="http://schemas.microsoft.com/office/drawing/2014/main" id="{C53C36F3-310A-A18F-2324-2861B6262FF3}"/>
                </a:ext>
              </a:extLst>
            </p:cNvPr>
            <p:cNvSpPr/>
            <p:nvPr userDrawn="1"/>
          </p:nvSpPr>
          <p:spPr>
            <a:xfrm>
              <a:off x="2150" y="5405627"/>
              <a:ext cx="2003538" cy="1446734"/>
            </a:xfrm>
            <a:custGeom>
              <a:avLst/>
              <a:gdLst>
                <a:gd name="connsiteX0" fmla="*/ 0 w 2003538"/>
                <a:gd name="connsiteY0" fmla="*/ 615591 h 1446734"/>
                <a:gd name="connsiteX1" fmla="*/ 726797 w 2003538"/>
                <a:gd name="connsiteY1" fmla="*/ 1932 h 1446734"/>
                <a:gd name="connsiteX2" fmla="*/ 1875663 w 2003538"/>
                <a:gd name="connsiteY2" fmla="*/ 498057 h 1446734"/>
                <a:gd name="connsiteX3" fmla="*/ 1923536 w 2003538"/>
                <a:gd name="connsiteY3" fmla="*/ 1446734 h 1446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538" h="1446734">
                  <a:moveTo>
                    <a:pt x="0" y="615591"/>
                  </a:moveTo>
                  <a:cubicBezTo>
                    <a:pt x="0" y="615591"/>
                    <a:pt x="365596" y="28115"/>
                    <a:pt x="726797" y="1932"/>
                  </a:cubicBezTo>
                  <a:cubicBezTo>
                    <a:pt x="1087997" y="-24250"/>
                    <a:pt x="1719047" y="219512"/>
                    <a:pt x="1875663" y="498057"/>
                  </a:cubicBezTo>
                  <a:cubicBezTo>
                    <a:pt x="2032374" y="776603"/>
                    <a:pt x="2041070" y="1242245"/>
                    <a:pt x="1923536" y="1446734"/>
                  </a:cubicBezTo>
                </a:path>
              </a:pathLst>
            </a:custGeom>
            <a:noFill/>
            <a:ln w="8884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Graphic 7">
              <a:extLst>
                <a:ext uri="{FF2B5EF4-FFF2-40B4-BE49-F238E27FC236}">
                  <a16:creationId xmlns:a16="http://schemas.microsoft.com/office/drawing/2014/main" id="{22D6C50A-3074-9EFF-922A-9F076EC69514}"/>
                </a:ext>
              </a:extLst>
            </p:cNvPr>
            <p:cNvSpPr/>
            <p:nvPr userDrawn="1"/>
          </p:nvSpPr>
          <p:spPr>
            <a:xfrm>
              <a:off x="3615" y="5478445"/>
              <a:ext cx="1977109" cy="1365412"/>
            </a:xfrm>
            <a:custGeom>
              <a:avLst/>
              <a:gdLst>
                <a:gd name="connsiteX0" fmla="*/ 0 w 1977109"/>
                <a:gd name="connsiteY0" fmla="*/ 460118 h 1365412"/>
                <a:gd name="connsiteX1" fmla="*/ 783366 w 1977109"/>
                <a:gd name="connsiteY1" fmla="*/ 7566 h 1365412"/>
                <a:gd name="connsiteX2" fmla="*/ 1827790 w 1977109"/>
                <a:gd name="connsiteY2" fmla="*/ 316593 h 1365412"/>
                <a:gd name="connsiteX3" fmla="*/ 1975710 w 1977109"/>
                <a:gd name="connsiteY3" fmla="*/ 1365413 h 1365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7109" h="1365412">
                  <a:moveTo>
                    <a:pt x="0" y="460118"/>
                  </a:moveTo>
                  <a:cubicBezTo>
                    <a:pt x="0" y="460118"/>
                    <a:pt x="291540" y="29257"/>
                    <a:pt x="783366" y="7566"/>
                  </a:cubicBezTo>
                  <a:cubicBezTo>
                    <a:pt x="1275095" y="-14221"/>
                    <a:pt x="1653783" y="-9826"/>
                    <a:pt x="1827790" y="316593"/>
                  </a:cubicBezTo>
                  <a:cubicBezTo>
                    <a:pt x="2001892" y="643011"/>
                    <a:pt x="1975710" y="1365413"/>
                    <a:pt x="1975710" y="1365413"/>
                  </a:cubicBezTo>
                </a:path>
              </a:pathLst>
            </a:custGeom>
            <a:noFill/>
            <a:ln w="8884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4" name="Graphic 7">
            <a:extLst>
              <a:ext uri="{FF2B5EF4-FFF2-40B4-BE49-F238E27FC236}">
                <a16:creationId xmlns:a16="http://schemas.microsoft.com/office/drawing/2014/main" id="{1B94FE56-89F9-B21C-09FC-AF719340530C}"/>
              </a:ext>
            </a:extLst>
          </p:cNvPr>
          <p:cNvSpPr/>
          <p:nvPr userDrawn="1"/>
        </p:nvSpPr>
        <p:spPr>
          <a:xfrm>
            <a:off x="11460937" y="1755606"/>
            <a:ext cx="752986" cy="2682462"/>
          </a:xfrm>
          <a:custGeom>
            <a:avLst/>
            <a:gdLst>
              <a:gd name="connsiteX0" fmla="*/ 752987 w 752986"/>
              <a:gd name="connsiteY0" fmla="*/ 2682463 h 2682462"/>
              <a:gd name="connsiteX1" fmla="*/ 625 w 752986"/>
              <a:gd name="connsiteY1" fmla="*/ 901972 h 2682462"/>
              <a:gd name="connsiteX2" fmla="*/ 748009 w 752986"/>
              <a:gd name="connsiteY2" fmla="*/ 0 h 2682462"/>
              <a:gd name="connsiteX3" fmla="*/ 752987 w 752986"/>
              <a:gd name="connsiteY3" fmla="*/ 2682463 h 2682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2986" h="2682462">
                <a:moveTo>
                  <a:pt x="752987" y="2682463"/>
                </a:moveTo>
                <a:cubicBezTo>
                  <a:pt x="752987" y="2682463"/>
                  <a:pt x="-25123" y="2173327"/>
                  <a:pt x="625" y="901972"/>
                </a:cubicBezTo>
                <a:cubicBezTo>
                  <a:pt x="9240" y="403748"/>
                  <a:pt x="748009" y="0"/>
                  <a:pt x="748009" y="0"/>
                </a:cubicBezTo>
                <a:lnTo>
                  <a:pt x="752987" y="2682463"/>
                </a:lnTo>
                <a:close/>
              </a:path>
            </a:pathLst>
          </a:custGeom>
          <a:solidFill>
            <a:schemeClr val="accent4"/>
          </a:solidFill>
          <a:ln w="957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7">
            <a:extLst>
              <a:ext uri="{FF2B5EF4-FFF2-40B4-BE49-F238E27FC236}">
                <a16:creationId xmlns:a16="http://schemas.microsoft.com/office/drawing/2014/main" id="{D432D624-803B-19AF-919E-92EEE5B2455F}"/>
              </a:ext>
            </a:extLst>
          </p:cNvPr>
          <p:cNvSpPr/>
          <p:nvPr userDrawn="1"/>
        </p:nvSpPr>
        <p:spPr>
          <a:xfrm>
            <a:off x="9258189" y="-60396"/>
            <a:ext cx="2747434" cy="6923632"/>
          </a:xfrm>
          <a:custGeom>
            <a:avLst/>
            <a:gdLst>
              <a:gd name="connsiteX0" fmla="*/ 2534956 w 2747434"/>
              <a:gd name="connsiteY0" fmla="*/ 0 h 6923632"/>
              <a:gd name="connsiteX1" fmla="*/ 2706775 w 2747434"/>
              <a:gd name="connsiteY1" fmla="*/ 979313 h 6923632"/>
              <a:gd name="connsiteX2" fmla="*/ 1358077 w 2747434"/>
              <a:gd name="connsiteY2" fmla="*/ 1924263 h 6923632"/>
              <a:gd name="connsiteX3" fmla="*/ 9379 w 2747434"/>
              <a:gd name="connsiteY3" fmla="*/ 3479046 h 6923632"/>
              <a:gd name="connsiteX4" fmla="*/ 473239 w 2747434"/>
              <a:gd name="connsiteY4" fmla="*/ 5162669 h 6923632"/>
              <a:gd name="connsiteX5" fmla="*/ 791030 w 2747434"/>
              <a:gd name="connsiteY5" fmla="*/ 6923633 h 6923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47434" h="6923632">
                <a:moveTo>
                  <a:pt x="2534956" y="0"/>
                </a:moveTo>
                <a:cubicBezTo>
                  <a:pt x="2560706" y="51497"/>
                  <a:pt x="2852748" y="661427"/>
                  <a:pt x="2706775" y="979313"/>
                </a:cubicBezTo>
                <a:cubicBezTo>
                  <a:pt x="2560802" y="1297200"/>
                  <a:pt x="1736076" y="1743831"/>
                  <a:pt x="1358077" y="1924263"/>
                </a:cubicBezTo>
                <a:cubicBezTo>
                  <a:pt x="980078" y="2104696"/>
                  <a:pt x="95336" y="2723144"/>
                  <a:pt x="9379" y="3479046"/>
                </a:cubicBezTo>
                <a:cubicBezTo>
                  <a:pt x="-76577" y="4234949"/>
                  <a:pt x="456105" y="4750402"/>
                  <a:pt x="473239" y="5162669"/>
                </a:cubicBezTo>
                <a:cubicBezTo>
                  <a:pt x="490373" y="5575032"/>
                  <a:pt x="456105" y="6605842"/>
                  <a:pt x="791030" y="6923633"/>
                </a:cubicBezTo>
              </a:path>
            </a:pathLst>
          </a:custGeom>
          <a:noFill/>
          <a:ln w="15915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6" name="Graphic 7">
            <a:extLst>
              <a:ext uri="{FF2B5EF4-FFF2-40B4-BE49-F238E27FC236}">
                <a16:creationId xmlns:a16="http://schemas.microsoft.com/office/drawing/2014/main" id="{EF44F49A-3089-5A93-CA57-090281C4F95A}"/>
              </a:ext>
            </a:extLst>
          </p:cNvPr>
          <p:cNvGrpSpPr/>
          <p:nvPr userDrawn="1"/>
        </p:nvGrpSpPr>
        <p:grpSpPr>
          <a:xfrm>
            <a:off x="11303531" y="1529534"/>
            <a:ext cx="891530" cy="3371125"/>
            <a:chOff x="11303531" y="1529534"/>
            <a:chExt cx="891530" cy="3371125"/>
          </a:xfrm>
          <a:solidFill>
            <a:schemeClr val="tx2"/>
          </a:solidFill>
        </p:grpSpPr>
        <p:sp>
          <p:nvSpPr>
            <p:cNvPr id="17" name="Freeform: Shape 23">
              <a:extLst>
                <a:ext uri="{FF2B5EF4-FFF2-40B4-BE49-F238E27FC236}">
                  <a16:creationId xmlns:a16="http://schemas.microsoft.com/office/drawing/2014/main" id="{30DF4C6D-98AE-EB82-973B-DC9B683A862E}"/>
                </a:ext>
              </a:extLst>
            </p:cNvPr>
            <p:cNvSpPr/>
            <p:nvPr/>
          </p:nvSpPr>
          <p:spPr>
            <a:xfrm>
              <a:off x="11303531" y="1834922"/>
              <a:ext cx="871241" cy="3065737"/>
            </a:xfrm>
            <a:custGeom>
              <a:avLst/>
              <a:gdLst>
                <a:gd name="connsiteX0" fmla="*/ 848936 w 871241"/>
                <a:gd name="connsiteY0" fmla="*/ 802 h 3065737"/>
                <a:gd name="connsiteX1" fmla="*/ 315679 w 871241"/>
                <a:gd name="connsiteY1" fmla="*/ 412878 h 3065737"/>
                <a:gd name="connsiteX2" fmla="*/ 42685 w 871241"/>
                <a:gd name="connsiteY2" fmla="*/ 1128578 h 3065737"/>
                <a:gd name="connsiteX3" fmla="*/ 23062 w 871241"/>
                <a:gd name="connsiteY3" fmla="*/ 1928415 h 3065737"/>
                <a:gd name="connsiteX4" fmla="*/ 281124 w 871241"/>
                <a:gd name="connsiteY4" fmla="*/ 2607742 h 3065737"/>
                <a:gd name="connsiteX5" fmla="*/ 778390 w 871241"/>
                <a:gd name="connsiteY5" fmla="*/ 3034080 h 3065737"/>
                <a:gd name="connsiteX6" fmla="*/ 853818 w 871241"/>
                <a:gd name="connsiteY6" fmla="*/ 3064806 h 3065737"/>
                <a:gd name="connsiteX7" fmla="*/ 861476 w 871241"/>
                <a:gd name="connsiteY7" fmla="*/ 3037143 h 3065737"/>
                <a:gd name="connsiteX8" fmla="*/ 348702 w 871241"/>
                <a:gd name="connsiteY8" fmla="*/ 2651581 h 3065737"/>
                <a:gd name="connsiteX9" fmla="*/ 67284 w 871241"/>
                <a:gd name="connsiteY9" fmla="*/ 2015808 h 3065737"/>
                <a:gd name="connsiteX10" fmla="*/ 55415 w 871241"/>
                <a:gd name="connsiteY10" fmla="*/ 1233295 h 3065737"/>
                <a:gd name="connsiteX11" fmla="*/ 291366 w 871241"/>
                <a:gd name="connsiteY11" fmla="*/ 502663 h 3065737"/>
                <a:gd name="connsiteX12" fmla="*/ 778677 w 871241"/>
                <a:gd name="connsiteY12" fmla="*/ 58043 h 3065737"/>
                <a:gd name="connsiteX13" fmla="*/ 856594 w 871241"/>
                <a:gd name="connsiteY13" fmla="*/ 28465 h 3065737"/>
                <a:gd name="connsiteX14" fmla="*/ 848936 w 871241"/>
                <a:gd name="connsiteY14" fmla="*/ 802 h 3065737"/>
                <a:gd name="connsiteX15" fmla="*/ 848936 w 871241"/>
                <a:gd name="connsiteY15" fmla="*/ 802 h 306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71241" h="3065737">
                  <a:moveTo>
                    <a:pt x="848936" y="802"/>
                  </a:moveTo>
                  <a:cubicBezTo>
                    <a:pt x="630024" y="72592"/>
                    <a:pt x="447198" y="226128"/>
                    <a:pt x="315679" y="412878"/>
                  </a:cubicBezTo>
                  <a:cubicBezTo>
                    <a:pt x="166929" y="624036"/>
                    <a:pt x="86333" y="876068"/>
                    <a:pt x="42685" y="1128578"/>
                  </a:cubicBezTo>
                  <a:cubicBezTo>
                    <a:pt x="-2782" y="1391904"/>
                    <a:pt x="-15992" y="1663462"/>
                    <a:pt x="23062" y="1928415"/>
                  </a:cubicBezTo>
                  <a:cubicBezTo>
                    <a:pt x="58670" y="2170300"/>
                    <a:pt x="141276" y="2405964"/>
                    <a:pt x="281124" y="2607742"/>
                  </a:cubicBezTo>
                  <a:cubicBezTo>
                    <a:pt x="406805" y="2789036"/>
                    <a:pt x="576229" y="2942954"/>
                    <a:pt x="778390" y="3034080"/>
                  </a:cubicBezTo>
                  <a:cubicBezTo>
                    <a:pt x="803181" y="3045183"/>
                    <a:pt x="828260" y="3055425"/>
                    <a:pt x="853818" y="3064806"/>
                  </a:cubicBezTo>
                  <a:cubicBezTo>
                    <a:pt x="871238" y="3071123"/>
                    <a:pt x="878705" y="3043460"/>
                    <a:pt x="861476" y="3037143"/>
                  </a:cubicBezTo>
                  <a:cubicBezTo>
                    <a:pt x="656922" y="2962481"/>
                    <a:pt x="481657" y="2822634"/>
                    <a:pt x="348702" y="2651581"/>
                  </a:cubicBezTo>
                  <a:cubicBezTo>
                    <a:pt x="204452" y="2465884"/>
                    <a:pt x="113135" y="2245537"/>
                    <a:pt x="67284" y="2015808"/>
                  </a:cubicBezTo>
                  <a:cubicBezTo>
                    <a:pt x="15978" y="1758703"/>
                    <a:pt x="19712" y="1492218"/>
                    <a:pt x="55415" y="1233295"/>
                  </a:cubicBezTo>
                  <a:cubicBezTo>
                    <a:pt x="90449" y="978967"/>
                    <a:pt x="157645" y="724160"/>
                    <a:pt x="291366" y="502663"/>
                  </a:cubicBezTo>
                  <a:cubicBezTo>
                    <a:pt x="406421" y="312180"/>
                    <a:pt x="573261" y="148020"/>
                    <a:pt x="778677" y="58043"/>
                  </a:cubicBezTo>
                  <a:cubicBezTo>
                    <a:pt x="804138" y="46844"/>
                    <a:pt x="830175" y="37176"/>
                    <a:pt x="856594" y="28465"/>
                  </a:cubicBezTo>
                  <a:cubicBezTo>
                    <a:pt x="874014" y="22722"/>
                    <a:pt x="866548" y="-5037"/>
                    <a:pt x="848936" y="802"/>
                  </a:cubicBezTo>
                  <a:lnTo>
                    <a:pt x="848936" y="802"/>
                  </a:lnTo>
                  <a:close/>
                </a:path>
              </a:pathLst>
            </a:custGeom>
            <a:grpFill/>
            <a:ln w="95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24">
              <a:extLst>
                <a:ext uri="{FF2B5EF4-FFF2-40B4-BE49-F238E27FC236}">
                  <a16:creationId xmlns:a16="http://schemas.microsoft.com/office/drawing/2014/main" id="{5E1564FC-F319-F5B4-E9F2-DC0F0215D3DF}"/>
                </a:ext>
              </a:extLst>
            </p:cNvPr>
            <p:cNvSpPr/>
            <p:nvPr/>
          </p:nvSpPr>
          <p:spPr>
            <a:xfrm>
              <a:off x="11617593" y="1529534"/>
              <a:ext cx="577468" cy="2048267"/>
            </a:xfrm>
            <a:custGeom>
              <a:avLst/>
              <a:gdLst>
                <a:gd name="connsiteX0" fmla="*/ 555454 w 577468"/>
                <a:gd name="connsiteY0" fmla="*/ 1322 h 2048267"/>
                <a:gd name="connsiteX1" fmla="*/ 219189 w 577468"/>
                <a:gd name="connsiteY1" fmla="*/ 274699 h 2048267"/>
                <a:gd name="connsiteX2" fmla="*/ 35215 w 577468"/>
                <a:gd name="connsiteY2" fmla="*/ 678064 h 2048267"/>
                <a:gd name="connsiteX3" fmla="*/ 10806 w 577468"/>
                <a:gd name="connsiteY3" fmla="*/ 1151591 h 2048267"/>
                <a:gd name="connsiteX4" fmla="*/ 162235 w 577468"/>
                <a:gd name="connsiteY4" fmla="*/ 1649432 h 2048267"/>
                <a:gd name="connsiteX5" fmla="*/ 300647 w 577468"/>
                <a:gd name="connsiteY5" fmla="*/ 1872269 h 2048267"/>
                <a:gd name="connsiteX6" fmla="*/ 485196 w 577468"/>
                <a:gd name="connsiteY6" fmla="*/ 2040545 h 2048267"/>
                <a:gd name="connsiteX7" fmla="*/ 543201 w 577468"/>
                <a:gd name="connsiteY7" fmla="*/ 2047915 h 2048267"/>
                <a:gd name="connsiteX8" fmla="*/ 543201 w 577468"/>
                <a:gd name="connsiteY8" fmla="*/ 2019199 h 2048267"/>
                <a:gd name="connsiteX9" fmla="*/ 350229 w 577468"/>
                <a:gd name="connsiteY9" fmla="*/ 1889690 h 2048267"/>
                <a:gd name="connsiteX10" fmla="*/ 209329 w 577468"/>
                <a:gd name="connsiteY10" fmla="*/ 1677574 h 2048267"/>
                <a:gd name="connsiteX11" fmla="*/ 45935 w 577468"/>
                <a:gd name="connsiteY11" fmla="*/ 1197441 h 2048267"/>
                <a:gd name="connsiteX12" fmla="*/ 52444 w 577468"/>
                <a:gd name="connsiteY12" fmla="*/ 732911 h 2048267"/>
                <a:gd name="connsiteX13" fmla="*/ 214019 w 577468"/>
                <a:gd name="connsiteY13" fmla="*/ 332035 h 2048267"/>
                <a:gd name="connsiteX14" fmla="*/ 520899 w 577468"/>
                <a:gd name="connsiteY14" fmla="*/ 49278 h 2048267"/>
                <a:gd name="connsiteX15" fmla="*/ 569812 w 577468"/>
                <a:gd name="connsiteY15" fmla="*/ 26113 h 2048267"/>
                <a:gd name="connsiteX16" fmla="*/ 555454 w 577468"/>
                <a:gd name="connsiteY16" fmla="*/ 1322 h 2048267"/>
                <a:gd name="connsiteX17" fmla="*/ 555454 w 577468"/>
                <a:gd name="connsiteY17" fmla="*/ 1322 h 2048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7468" h="2048267">
                  <a:moveTo>
                    <a:pt x="555454" y="1322"/>
                  </a:moveTo>
                  <a:cubicBezTo>
                    <a:pt x="420297" y="59615"/>
                    <a:pt x="306390" y="156867"/>
                    <a:pt x="219189" y="274699"/>
                  </a:cubicBezTo>
                  <a:cubicBezTo>
                    <a:pt x="130743" y="394253"/>
                    <a:pt x="70152" y="533909"/>
                    <a:pt x="35215" y="678064"/>
                  </a:cubicBezTo>
                  <a:cubicBezTo>
                    <a:pt x="-2308" y="833035"/>
                    <a:pt x="-8817" y="993557"/>
                    <a:pt x="10806" y="1151591"/>
                  </a:cubicBezTo>
                  <a:cubicBezTo>
                    <a:pt x="32247" y="1324749"/>
                    <a:pt x="83649" y="1493600"/>
                    <a:pt x="162235" y="1649432"/>
                  </a:cubicBezTo>
                  <a:cubicBezTo>
                    <a:pt x="201672" y="1727635"/>
                    <a:pt x="248001" y="1802297"/>
                    <a:pt x="300647" y="1872269"/>
                  </a:cubicBezTo>
                  <a:cubicBezTo>
                    <a:pt x="349368" y="1936975"/>
                    <a:pt x="405268" y="2013647"/>
                    <a:pt x="485196" y="2040545"/>
                  </a:cubicBezTo>
                  <a:cubicBezTo>
                    <a:pt x="503765" y="2046767"/>
                    <a:pt x="523674" y="2049255"/>
                    <a:pt x="543201" y="2047915"/>
                  </a:cubicBezTo>
                  <a:cubicBezTo>
                    <a:pt x="561484" y="2046575"/>
                    <a:pt x="561676" y="2017859"/>
                    <a:pt x="543201" y="2019199"/>
                  </a:cubicBezTo>
                  <a:cubicBezTo>
                    <a:pt x="459255" y="2025134"/>
                    <a:pt x="397420" y="1948558"/>
                    <a:pt x="350229" y="1889690"/>
                  </a:cubicBezTo>
                  <a:cubicBezTo>
                    <a:pt x="297009" y="1823451"/>
                    <a:pt x="250010" y="1752140"/>
                    <a:pt x="209329" y="1677574"/>
                  </a:cubicBezTo>
                  <a:cubicBezTo>
                    <a:pt x="127967" y="1528442"/>
                    <a:pt x="72545" y="1365239"/>
                    <a:pt x="45935" y="1197441"/>
                  </a:cubicBezTo>
                  <a:cubicBezTo>
                    <a:pt x="21526" y="1043715"/>
                    <a:pt x="21718" y="885681"/>
                    <a:pt x="52444" y="732911"/>
                  </a:cubicBezTo>
                  <a:cubicBezTo>
                    <a:pt x="80968" y="590862"/>
                    <a:pt x="134093" y="453121"/>
                    <a:pt x="214019" y="332035"/>
                  </a:cubicBezTo>
                  <a:cubicBezTo>
                    <a:pt x="291553" y="214586"/>
                    <a:pt x="395506" y="114272"/>
                    <a:pt x="520899" y="49278"/>
                  </a:cubicBezTo>
                  <a:cubicBezTo>
                    <a:pt x="536884" y="40950"/>
                    <a:pt x="553252" y="33292"/>
                    <a:pt x="569812" y="26113"/>
                  </a:cubicBezTo>
                  <a:cubicBezTo>
                    <a:pt x="586946" y="18839"/>
                    <a:pt x="572301" y="-5953"/>
                    <a:pt x="555454" y="1322"/>
                  </a:cubicBezTo>
                  <a:lnTo>
                    <a:pt x="555454" y="1322"/>
                  </a:lnTo>
                  <a:close/>
                </a:path>
              </a:pathLst>
            </a:custGeom>
            <a:grpFill/>
            <a:ln w="95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9" name="Group 26">
            <a:extLst>
              <a:ext uri="{FF2B5EF4-FFF2-40B4-BE49-F238E27FC236}">
                <a16:creationId xmlns:a16="http://schemas.microsoft.com/office/drawing/2014/main" id="{3746D826-03D3-DE1C-84AA-525B2A2C9909}"/>
              </a:ext>
            </a:extLst>
          </p:cNvPr>
          <p:cNvGrpSpPr/>
          <p:nvPr userDrawn="1"/>
        </p:nvGrpSpPr>
        <p:grpSpPr>
          <a:xfrm>
            <a:off x="-50229" y="-74467"/>
            <a:ext cx="3316071" cy="1446776"/>
            <a:chOff x="-50229" y="-74467"/>
            <a:chExt cx="3316071" cy="1446776"/>
          </a:xfrm>
        </p:grpSpPr>
        <p:sp>
          <p:nvSpPr>
            <p:cNvPr id="20" name="Freeform: Shape 13">
              <a:extLst>
                <a:ext uri="{FF2B5EF4-FFF2-40B4-BE49-F238E27FC236}">
                  <a16:creationId xmlns:a16="http://schemas.microsoft.com/office/drawing/2014/main" id="{805D886E-8E17-EEDA-1CF4-303E01AA65C9}"/>
                </a:ext>
              </a:extLst>
            </p:cNvPr>
            <p:cNvSpPr/>
            <p:nvPr userDrawn="1"/>
          </p:nvSpPr>
          <p:spPr>
            <a:xfrm>
              <a:off x="-43815" y="-55227"/>
              <a:ext cx="3309657" cy="1427536"/>
            </a:xfrm>
            <a:custGeom>
              <a:avLst/>
              <a:gdLst>
                <a:gd name="connsiteX0" fmla="*/ 3294115 w 3309657"/>
                <a:gd name="connsiteY0" fmla="*/ 0 h 1427536"/>
                <a:gd name="connsiteX1" fmla="*/ 2940907 w 3309657"/>
                <a:gd name="connsiteY1" fmla="*/ 796201 h 1427536"/>
                <a:gd name="connsiteX2" fmla="*/ 1701618 w 3309657"/>
                <a:gd name="connsiteY2" fmla="*/ 1425465 h 1427536"/>
                <a:gd name="connsiteX3" fmla="*/ 0 w 3309657"/>
                <a:gd name="connsiteY3" fmla="*/ 770548 h 142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09657" h="1427536">
                  <a:moveTo>
                    <a:pt x="3294115" y="0"/>
                  </a:moveTo>
                  <a:cubicBezTo>
                    <a:pt x="3294115" y="0"/>
                    <a:pt x="3422571" y="565036"/>
                    <a:pt x="2940907" y="796201"/>
                  </a:cubicBezTo>
                  <a:cubicBezTo>
                    <a:pt x="2459243" y="1027365"/>
                    <a:pt x="2536394" y="1380572"/>
                    <a:pt x="1701618" y="1425465"/>
                  </a:cubicBezTo>
                  <a:cubicBezTo>
                    <a:pt x="866842" y="1470358"/>
                    <a:pt x="0" y="770548"/>
                    <a:pt x="0" y="770548"/>
                  </a:cubicBezTo>
                </a:path>
              </a:pathLst>
            </a:custGeom>
            <a:noFill/>
            <a:ln w="19139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14">
              <a:extLst>
                <a:ext uri="{FF2B5EF4-FFF2-40B4-BE49-F238E27FC236}">
                  <a16:creationId xmlns:a16="http://schemas.microsoft.com/office/drawing/2014/main" id="{B90CDD97-AB0B-DF65-3807-7F834B73258D}"/>
                </a:ext>
              </a:extLst>
            </p:cNvPr>
            <p:cNvSpPr/>
            <p:nvPr userDrawn="1"/>
          </p:nvSpPr>
          <p:spPr>
            <a:xfrm>
              <a:off x="-50229" y="-55131"/>
              <a:ext cx="2966185" cy="1042224"/>
            </a:xfrm>
            <a:custGeom>
              <a:avLst/>
              <a:gdLst>
                <a:gd name="connsiteX0" fmla="*/ 0 w 2966185"/>
                <a:gd name="connsiteY0" fmla="*/ 57719 h 1042224"/>
                <a:gd name="connsiteX1" fmla="*/ 391687 w 2966185"/>
                <a:gd name="connsiteY1" fmla="*/ 288884 h 1042224"/>
                <a:gd name="connsiteX2" fmla="*/ 1830074 w 2966185"/>
                <a:gd name="connsiteY2" fmla="*/ 1040191 h 1042224"/>
                <a:gd name="connsiteX3" fmla="*/ 2953829 w 2966185"/>
                <a:gd name="connsiteY3" fmla="*/ 0 h 1042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6185" h="1042224">
                  <a:moveTo>
                    <a:pt x="0" y="57719"/>
                  </a:moveTo>
                  <a:cubicBezTo>
                    <a:pt x="0" y="57719"/>
                    <a:pt x="192589" y="218242"/>
                    <a:pt x="391687" y="288884"/>
                  </a:cubicBezTo>
                  <a:cubicBezTo>
                    <a:pt x="590785" y="359525"/>
                    <a:pt x="1085180" y="1001616"/>
                    <a:pt x="1830074" y="1040191"/>
                  </a:cubicBezTo>
                  <a:cubicBezTo>
                    <a:pt x="2574969" y="1078671"/>
                    <a:pt x="3050124" y="565036"/>
                    <a:pt x="2953829" y="0"/>
                  </a:cubicBezTo>
                </a:path>
              </a:pathLst>
            </a:custGeom>
            <a:noFill/>
            <a:ln w="19139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5">
              <a:extLst>
                <a:ext uri="{FF2B5EF4-FFF2-40B4-BE49-F238E27FC236}">
                  <a16:creationId xmlns:a16="http://schemas.microsoft.com/office/drawing/2014/main" id="{E49A8C00-B5B5-1668-8EB9-A8CD3CCA6D7D}"/>
                </a:ext>
              </a:extLst>
            </p:cNvPr>
            <p:cNvSpPr/>
            <p:nvPr userDrawn="1"/>
          </p:nvSpPr>
          <p:spPr>
            <a:xfrm>
              <a:off x="110293" y="-74467"/>
              <a:ext cx="2863852" cy="834797"/>
            </a:xfrm>
            <a:custGeom>
              <a:avLst/>
              <a:gdLst>
                <a:gd name="connsiteX0" fmla="*/ 2863852 w 2863852"/>
                <a:gd name="connsiteY0" fmla="*/ 0 h 834797"/>
                <a:gd name="connsiteX1" fmla="*/ 2170360 w 2863852"/>
                <a:gd name="connsiteY1" fmla="*/ 796201 h 834797"/>
                <a:gd name="connsiteX2" fmla="*/ 1053114 w 2863852"/>
                <a:gd name="connsiteY2" fmla="*/ 764134 h 834797"/>
                <a:gd name="connsiteX3" fmla="*/ 0 w 2863852"/>
                <a:gd name="connsiteY3" fmla="*/ 6413 h 834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3852" h="834797">
                  <a:moveTo>
                    <a:pt x="2863852" y="0"/>
                  </a:moveTo>
                  <a:cubicBezTo>
                    <a:pt x="2863852" y="0"/>
                    <a:pt x="2780384" y="693493"/>
                    <a:pt x="2170360" y="796201"/>
                  </a:cubicBezTo>
                  <a:cubicBezTo>
                    <a:pt x="1560335" y="898908"/>
                    <a:pt x="1245703" y="764134"/>
                    <a:pt x="1053114" y="764134"/>
                  </a:cubicBezTo>
                  <a:cubicBezTo>
                    <a:pt x="860525" y="764134"/>
                    <a:pt x="250404" y="597198"/>
                    <a:pt x="0" y="6413"/>
                  </a:cubicBezTo>
                </a:path>
              </a:pathLst>
            </a:custGeom>
            <a:noFill/>
            <a:ln w="19139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3454771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7">
            <a:extLst>
              <a:ext uri="{FF2B5EF4-FFF2-40B4-BE49-F238E27FC236}">
                <a16:creationId xmlns:a16="http://schemas.microsoft.com/office/drawing/2014/main" id="{63FAE2D6-FA73-38A3-B6E7-DC6B2852F941}"/>
              </a:ext>
            </a:extLst>
          </p:cNvPr>
          <p:cNvSpPr/>
          <p:nvPr userDrawn="1"/>
        </p:nvSpPr>
        <p:spPr>
          <a:xfrm>
            <a:off x="-33020" y="-43248"/>
            <a:ext cx="5724449" cy="2616128"/>
          </a:xfrm>
          <a:custGeom>
            <a:avLst/>
            <a:gdLst>
              <a:gd name="connsiteX0" fmla="*/ 5724450 w 5724449"/>
              <a:gd name="connsiteY0" fmla="*/ 35225 h 2616128"/>
              <a:gd name="connsiteX1" fmla="*/ 3094251 w 5724449"/>
              <a:gd name="connsiteY1" fmla="*/ 1434654 h 2616128"/>
              <a:gd name="connsiteX2" fmla="*/ 0 w 5724449"/>
              <a:gd name="connsiteY2" fmla="*/ 2616129 h 2616128"/>
              <a:gd name="connsiteX3" fmla="*/ 28142 w 5724449"/>
              <a:gd name="connsiteY3" fmla="*/ 0 h 2616128"/>
              <a:gd name="connsiteX4" fmla="*/ 5724450 w 5724449"/>
              <a:gd name="connsiteY4" fmla="*/ 35225 h 2616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24449" h="2616128">
                <a:moveTo>
                  <a:pt x="5724450" y="35225"/>
                </a:moveTo>
                <a:cubicBezTo>
                  <a:pt x="5724450" y="35225"/>
                  <a:pt x="5597908" y="1462796"/>
                  <a:pt x="3094251" y="1434654"/>
                </a:cubicBezTo>
                <a:cubicBezTo>
                  <a:pt x="590594" y="1406513"/>
                  <a:pt x="0" y="2616129"/>
                  <a:pt x="0" y="2616129"/>
                </a:cubicBezTo>
                <a:lnTo>
                  <a:pt x="28142" y="0"/>
                </a:lnTo>
                <a:lnTo>
                  <a:pt x="5724450" y="35225"/>
                </a:lnTo>
                <a:close/>
              </a:path>
            </a:pathLst>
          </a:custGeom>
          <a:solidFill>
            <a:schemeClr val="accent2"/>
          </a:solidFill>
          <a:ln w="957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A57CF2C8-55DB-3E87-C17C-8EF1E726EA6C}"/>
              </a:ext>
            </a:extLst>
          </p:cNvPr>
          <p:cNvSpPr/>
          <p:nvPr userDrawn="1"/>
        </p:nvSpPr>
        <p:spPr>
          <a:xfrm>
            <a:off x="214124" y="1187440"/>
            <a:ext cx="545008" cy="647483"/>
          </a:xfrm>
          <a:custGeom>
            <a:avLst/>
            <a:gdLst>
              <a:gd name="connsiteX0" fmla="*/ 475811 w 545008"/>
              <a:gd name="connsiteY0" fmla="*/ 90248 h 647483"/>
              <a:gd name="connsiteX1" fmla="*/ 183071 w 545008"/>
              <a:gd name="connsiteY1" fmla="*/ 17039 h 647483"/>
              <a:gd name="connsiteX2" fmla="*/ 52523 w 545008"/>
              <a:gd name="connsiteY2" fmla="*/ 115659 h 647483"/>
              <a:gd name="connsiteX3" fmla="*/ 2 w 545008"/>
              <a:gd name="connsiteY3" fmla="*/ 315447 h 647483"/>
              <a:gd name="connsiteX4" fmla="*/ 33253 w 545008"/>
              <a:gd name="connsiteY4" fmla="*/ 515047 h 647483"/>
              <a:gd name="connsiteX5" fmla="*/ 161439 w 545008"/>
              <a:gd name="connsiteY5" fmla="*/ 643234 h 647483"/>
              <a:gd name="connsiteX6" fmla="*/ 373980 w 545008"/>
              <a:gd name="connsiteY6" fmla="*/ 588634 h 647483"/>
              <a:gd name="connsiteX7" fmla="*/ 464098 w 545008"/>
              <a:gd name="connsiteY7" fmla="*/ 526005 h 647483"/>
              <a:gd name="connsiteX8" fmla="*/ 520964 w 545008"/>
              <a:gd name="connsiteY8" fmla="*/ 456197 h 647483"/>
              <a:gd name="connsiteX9" fmla="*/ 543163 w 545008"/>
              <a:gd name="connsiteY9" fmla="*/ 293532 h 647483"/>
              <a:gd name="connsiteX10" fmla="*/ 496310 w 545008"/>
              <a:gd name="connsiteY10" fmla="*/ 123688 h 647483"/>
              <a:gd name="connsiteX11" fmla="*/ 475811 w 545008"/>
              <a:gd name="connsiteY11" fmla="*/ 90248 h 647483"/>
              <a:gd name="connsiteX12" fmla="*/ 448511 w 545008"/>
              <a:gd name="connsiteY12" fmla="*/ 106212 h 647483"/>
              <a:gd name="connsiteX13" fmla="*/ 505095 w 545008"/>
              <a:gd name="connsiteY13" fmla="*/ 248095 h 647483"/>
              <a:gd name="connsiteX14" fmla="*/ 505945 w 545008"/>
              <a:gd name="connsiteY14" fmla="*/ 402826 h 647483"/>
              <a:gd name="connsiteX15" fmla="*/ 480818 w 545008"/>
              <a:gd name="connsiteY15" fmla="*/ 462243 h 647483"/>
              <a:gd name="connsiteX16" fmla="*/ 411104 w 545008"/>
              <a:gd name="connsiteY16" fmla="*/ 527989 h 647483"/>
              <a:gd name="connsiteX17" fmla="*/ 324576 w 545008"/>
              <a:gd name="connsiteY17" fmla="*/ 579377 h 647483"/>
              <a:gd name="connsiteX18" fmla="*/ 225957 w 545008"/>
              <a:gd name="connsiteY18" fmla="*/ 614045 h 647483"/>
              <a:gd name="connsiteX19" fmla="*/ 133195 w 545008"/>
              <a:gd name="connsiteY19" fmla="*/ 598553 h 647483"/>
              <a:gd name="connsiteX20" fmla="*/ 79445 w 545008"/>
              <a:gd name="connsiteY20" fmla="*/ 540741 h 647483"/>
              <a:gd name="connsiteX21" fmla="*/ 34197 w 545008"/>
              <a:gd name="connsiteY21" fmla="*/ 371370 h 647483"/>
              <a:gd name="connsiteX22" fmla="*/ 54507 w 545008"/>
              <a:gd name="connsiteY22" fmla="*/ 179138 h 647483"/>
              <a:gd name="connsiteX23" fmla="*/ 156716 w 545008"/>
              <a:gd name="connsiteY23" fmla="*/ 62949 h 647483"/>
              <a:gd name="connsiteX24" fmla="*/ 424423 w 545008"/>
              <a:gd name="connsiteY24" fmla="*/ 80235 h 647483"/>
              <a:gd name="connsiteX25" fmla="*/ 448322 w 545008"/>
              <a:gd name="connsiteY25" fmla="*/ 106118 h 647483"/>
              <a:gd name="connsiteX26" fmla="*/ 475811 w 545008"/>
              <a:gd name="connsiteY26" fmla="*/ 90248 h 647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545008" h="647483">
                <a:moveTo>
                  <a:pt x="475811" y="90248"/>
                </a:moveTo>
                <a:cubicBezTo>
                  <a:pt x="409404" y="320"/>
                  <a:pt x="284146" y="-18856"/>
                  <a:pt x="183071" y="17039"/>
                </a:cubicBezTo>
                <a:cubicBezTo>
                  <a:pt x="130361" y="35837"/>
                  <a:pt x="83790" y="68899"/>
                  <a:pt x="52523" y="115659"/>
                </a:cubicBezTo>
                <a:cubicBezTo>
                  <a:pt x="13321" y="174131"/>
                  <a:pt x="-187" y="246017"/>
                  <a:pt x="2" y="315447"/>
                </a:cubicBezTo>
                <a:cubicBezTo>
                  <a:pt x="191" y="381949"/>
                  <a:pt x="9354" y="452702"/>
                  <a:pt x="33253" y="515047"/>
                </a:cubicBezTo>
                <a:cubicBezTo>
                  <a:pt x="55829" y="573992"/>
                  <a:pt x="96732" y="628686"/>
                  <a:pt x="161439" y="643234"/>
                </a:cubicBezTo>
                <a:cubicBezTo>
                  <a:pt x="235781" y="659953"/>
                  <a:pt x="310879" y="624341"/>
                  <a:pt x="373980" y="588634"/>
                </a:cubicBezTo>
                <a:cubicBezTo>
                  <a:pt x="405909" y="570592"/>
                  <a:pt x="436704" y="550282"/>
                  <a:pt x="464098" y="526005"/>
                </a:cubicBezTo>
                <a:cubicBezTo>
                  <a:pt x="486391" y="506262"/>
                  <a:pt x="508117" y="483402"/>
                  <a:pt x="520964" y="456197"/>
                </a:cubicBezTo>
                <a:cubicBezTo>
                  <a:pt x="544580" y="406226"/>
                  <a:pt x="547886" y="347848"/>
                  <a:pt x="543163" y="293532"/>
                </a:cubicBezTo>
                <a:cubicBezTo>
                  <a:pt x="538062" y="234965"/>
                  <a:pt x="523515" y="176115"/>
                  <a:pt x="496310" y="123688"/>
                </a:cubicBezTo>
                <a:cubicBezTo>
                  <a:pt x="490264" y="112069"/>
                  <a:pt x="483368" y="100923"/>
                  <a:pt x="475811" y="90248"/>
                </a:cubicBezTo>
                <a:cubicBezTo>
                  <a:pt x="464098" y="73906"/>
                  <a:pt x="436704" y="89587"/>
                  <a:pt x="448511" y="106212"/>
                </a:cubicBezTo>
                <a:cubicBezTo>
                  <a:pt x="478456" y="147965"/>
                  <a:pt x="495365" y="197936"/>
                  <a:pt x="505095" y="248095"/>
                </a:cubicBezTo>
                <a:cubicBezTo>
                  <a:pt x="514824" y="298444"/>
                  <a:pt x="517564" y="352572"/>
                  <a:pt x="505945" y="402826"/>
                </a:cubicBezTo>
                <a:cubicBezTo>
                  <a:pt x="501033" y="423891"/>
                  <a:pt x="493665" y="444578"/>
                  <a:pt x="480818" y="462243"/>
                </a:cubicBezTo>
                <a:cubicBezTo>
                  <a:pt x="462114" y="487937"/>
                  <a:pt x="436798" y="509663"/>
                  <a:pt x="411104" y="527989"/>
                </a:cubicBezTo>
                <a:cubicBezTo>
                  <a:pt x="383804" y="547448"/>
                  <a:pt x="354521" y="564262"/>
                  <a:pt x="324576" y="579377"/>
                </a:cubicBezTo>
                <a:cubicBezTo>
                  <a:pt x="293498" y="595152"/>
                  <a:pt x="260530" y="608660"/>
                  <a:pt x="225957" y="614045"/>
                </a:cubicBezTo>
                <a:cubicBezTo>
                  <a:pt x="194217" y="619051"/>
                  <a:pt x="161156" y="615178"/>
                  <a:pt x="133195" y="598553"/>
                </a:cubicBezTo>
                <a:cubicBezTo>
                  <a:pt x="110051" y="584856"/>
                  <a:pt x="92670" y="563885"/>
                  <a:pt x="79445" y="540741"/>
                </a:cubicBezTo>
                <a:cubicBezTo>
                  <a:pt x="50540" y="489920"/>
                  <a:pt x="39771" y="428897"/>
                  <a:pt x="34197" y="371370"/>
                </a:cubicBezTo>
                <a:cubicBezTo>
                  <a:pt x="27963" y="306946"/>
                  <a:pt x="30419" y="239972"/>
                  <a:pt x="54507" y="179138"/>
                </a:cubicBezTo>
                <a:cubicBezTo>
                  <a:pt x="74250" y="129073"/>
                  <a:pt x="109484" y="88548"/>
                  <a:pt x="156716" y="62949"/>
                </a:cubicBezTo>
                <a:cubicBezTo>
                  <a:pt x="237481" y="19212"/>
                  <a:pt x="352915" y="16567"/>
                  <a:pt x="424423" y="80235"/>
                </a:cubicBezTo>
                <a:cubicBezTo>
                  <a:pt x="433208" y="88076"/>
                  <a:pt x="441332" y="96672"/>
                  <a:pt x="448322" y="106118"/>
                </a:cubicBezTo>
                <a:cubicBezTo>
                  <a:pt x="460414" y="122365"/>
                  <a:pt x="487902" y="106685"/>
                  <a:pt x="475811" y="90248"/>
                </a:cubicBezTo>
                <a:close/>
              </a:path>
            </a:pathLst>
          </a:custGeom>
          <a:solidFill>
            <a:schemeClr val="accent5"/>
          </a:solidFill>
          <a:ln w="944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CFE21E1-3C43-B6D3-2FC5-3E12E226780D}"/>
              </a:ext>
            </a:extLst>
          </p:cNvPr>
          <p:cNvGrpSpPr/>
          <p:nvPr userDrawn="1"/>
        </p:nvGrpSpPr>
        <p:grpSpPr>
          <a:xfrm>
            <a:off x="-50229" y="-74467"/>
            <a:ext cx="3316071" cy="1446776"/>
            <a:chOff x="-50229" y="-74467"/>
            <a:chExt cx="3316071" cy="1446776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2A2CB60-5214-14A4-FEEB-60FA7CAA225D}"/>
                </a:ext>
              </a:extLst>
            </p:cNvPr>
            <p:cNvSpPr/>
            <p:nvPr userDrawn="1"/>
          </p:nvSpPr>
          <p:spPr>
            <a:xfrm>
              <a:off x="-43815" y="-55227"/>
              <a:ext cx="3309657" cy="1427536"/>
            </a:xfrm>
            <a:custGeom>
              <a:avLst/>
              <a:gdLst>
                <a:gd name="connsiteX0" fmla="*/ 3294115 w 3309657"/>
                <a:gd name="connsiteY0" fmla="*/ 0 h 1427536"/>
                <a:gd name="connsiteX1" fmla="*/ 2940907 w 3309657"/>
                <a:gd name="connsiteY1" fmla="*/ 796201 h 1427536"/>
                <a:gd name="connsiteX2" fmla="*/ 1701618 w 3309657"/>
                <a:gd name="connsiteY2" fmla="*/ 1425465 h 1427536"/>
                <a:gd name="connsiteX3" fmla="*/ 0 w 3309657"/>
                <a:gd name="connsiteY3" fmla="*/ 770548 h 142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09657" h="1427536">
                  <a:moveTo>
                    <a:pt x="3294115" y="0"/>
                  </a:moveTo>
                  <a:cubicBezTo>
                    <a:pt x="3294115" y="0"/>
                    <a:pt x="3422571" y="565036"/>
                    <a:pt x="2940907" y="796201"/>
                  </a:cubicBezTo>
                  <a:cubicBezTo>
                    <a:pt x="2459243" y="1027365"/>
                    <a:pt x="2536394" y="1380572"/>
                    <a:pt x="1701618" y="1425465"/>
                  </a:cubicBezTo>
                  <a:cubicBezTo>
                    <a:pt x="866842" y="1470358"/>
                    <a:pt x="0" y="770548"/>
                    <a:pt x="0" y="770548"/>
                  </a:cubicBezTo>
                </a:path>
              </a:pathLst>
            </a:custGeom>
            <a:noFill/>
            <a:ln w="19139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59ACAF9-9377-00B2-2404-9F2EC2A9B228}"/>
                </a:ext>
              </a:extLst>
            </p:cNvPr>
            <p:cNvSpPr/>
            <p:nvPr userDrawn="1"/>
          </p:nvSpPr>
          <p:spPr>
            <a:xfrm>
              <a:off x="-50229" y="-55131"/>
              <a:ext cx="2966185" cy="1042224"/>
            </a:xfrm>
            <a:custGeom>
              <a:avLst/>
              <a:gdLst>
                <a:gd name="connsiteX0" fmla="*/ 0 w 2966185"/>
                <a:gd name="connsiteY0" fmla="*/ 57719 h 1042224"/>
                <a:gd name="connsiteX1" fmla="*/ 391687 w 2966185"/>
                <a:gd name="connsiteY1" fmla="*/ 288884 h 1042224"/>
                <a:gd name="connsiteX2" fmla="*/ 1830074 w 2966185"/>
                <a:gd name="connsiteY2" fmla="*/ 1040191 h 1042224"/>
                <a:gd name="connsiteX3" fmla="*/ 2953829 w 2966185"/>
                <a:gd name="connsiteY3" fmla="*/ 0 h 1042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6185" h="1042224">
                  <a:moveTo>
                    <a:pt x="0" y="57719"/>
                  </a:moveTo>
                  <a:cubicBezTo>
                    <a:pt x="0" y="57719"/>
                    <a:pt x="192589" y="218242"/>
                    <a:pt x="391687" y="288884"/>
                  </a:cubicBezTo>
                  <a:cubicBezTo>
                    <a:pt x="590785" y="359525"/>
                    <a:pt x="1085180" y="1001616"/>
                    <a:pt x="1830074" y="1040191"/>
                  </a:cubicBezTo>
                  <a:cubicBezTo>
                    <a:pt x="2574969" y="1078671"/>
                    <a:pt x="3050124" y="565036"/>
                    <a:pt x="2953829" y="0"/>
                  </a:cubicBezTo>
                </a:path>
              </a:pathLst>
            </a:custGeom>
            <a:noFill/>
            <a:ln w="19139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12B75B25-7B6F-7A81-9322-1D4404EA9285}"/>
                </a:ext>
              </a:extLst>
            </p:cNvPr>
            <p:cNvSpPr/>
            <p:nvPr userDrawn="1"/>
          </p:nvSpPr>
          <p:spPr>
            <a:xfrm>
              <a:off x="110293" y="-74467"/>
              <a:ext cx="2863852" cy="834797"/>
            </a:xfrm>
            <a:custGeom>
              <a:avLst/>
              <a:gdLst>
                <a:gd name="connsiteX0" fmla="*/ 2863852 w 2863852"/>
                <a:gd name="connsiteY0" fmla="*/ 0 h 834797"/>
                <a:gd name="connsiteX1" fmla="*/ 2170360 w 2863852"/>
                <a:gd name="connsiteY1" fmla="*/ 796201 h 834797"/>
                <a:gd name="connsiteX2" fmla="*/ 1053114 w 2863852"/>
                <a:gd name="connsiteY2" fmla="*/ 764134 h 834797"/>
                <a:gd name="connsiteX3" fmla="*/ 0 w 2863852"/>
                <a:gd name="connsiteY3" fmla="*/ 6413 h 834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3852" h="834797">
                  <a:moveTo>
                    <a:pt x="2863852" y="0"/>
                  </a:moveTo>
                  <a:cubicBezTo>
                    <a:pt x="2863852" y="0"/>
                    <a:pt x="2780384" y="693493"/>
                    <a:pt x="2170360" y="796201"/>
                  </a:cubicBezTo>
                  <a:cubicBezTo>
                    <a:pt x="1560335" y="898908"/>
                    <a:pt x="1245703" y="764134"/>
                    <a:pt x="1053114" y="764134"/>
                  </a:cubicBezTo>
                  <a:cubicBezTo>
                    <a:pt x="860525" y="764134"/>
                    <a:pt x="250404" y="597198"/>
                    <a:pt x="0" y="6413"/>
                  </a:cubicBezTo>
                </a:path>
              </a:pathLst>
            </a:custGeom>
            <a:noFill/>
            <a:ln w="19139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91A8520-CAAF-8BE6-65FD-A1BCF17828FC}"/>
              </a:ext>
            </a:extLst>
          </p:cNvPr>
          <p:cNvSpPr/>
          <p:nvPr userDrawn="1"/>
        </p:nvSpPr>
        <p:spPr>
          <a:xfrm>
            <a:off x="-1641" y="5105499"/>
            <a:ext cx="1766251" cy="1750580"/>
          </a:xfrm>
          <a:custGeom>
            <a:avLst/>
            <a:gdLst>
              <a:gd name="connsiteX0" fmla="*/ 1766252 w 1766251"/>
              <a:gd name="connsiteY0" fmla="*/ 1750580 h 1750580"/>
              <a:gd name="connsiteX1" fmla="*/ 1210595 w 1766251"/>
              <a:gd name="connsiteY1" fmla="*/ 1296786 h 1750580"/>
              <a:gd name="connsiteX2" fmla="*/ 616048 w 1766251"/>
              <a:gd name="connsiteY2" fmla="*/ 930330 h 1750580"/>
              <a:gd name="connsiteX3" fmla="*/ 429045 w 1766251"/>
              <a:gd name="connsiteY3" fmla="*/ 351549 h 1750580"/>
              <a:gd name="connsiteX4" fmla="*/ 0 w 1766251"/>
              <a:gd name="connsiteY4" fmla="*/ 0 h 1750580"/>
              <a:gd name="connsiteX5" fmla="*/ 0 w 1766251"/>
              <a:gd name="connsiteY5" fmla="*/ 1748956 h 1750580"/>
              <a:gd name="connsiteX6" fmla="*/ 1766252 w 1766251"/>
              <a:gd name="connsiteY6" fmla="*/ 1750580 h 175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66251" h="1750580">
                <a:moveTo>
                  <a:pt x="1766252" y="1750580"/>
                </a:moveTo>
                <a:cubicBezTo>
                  <a:pt x="1681972" y="1528604"/>
                  <a:pt x="1433718" y="1378009"/>
                  <a:pt x="1210595" y="1296786"/>
                </a:cubicBezTo>
                <a:cubicBezTo>
                  <a:pt x="987473" y="1215564"/>
                  <a:pt x="742086" y="1131571"/>
                  <a:pt x="616048" y="930330"/>
                </a:cubicBezTo>
                <a:cubicBezTo>
                  <a:pt x="507974" y="757852"/>
                  <a:pt x="513612" y="536736"/>
                  <a:pt x="429045" y="351549"/>
                </a:cubicBezTo>
                <a:cubicBezTo>
                  <a:pt x="351645" y="181938"/>
                  <a:pt x="179836" y="49115"/>
                  <a:pt x="0" y="0"/>
                </a:cubicBezTo>
                <a:lnTo>
                  <a:pt x="0" y="1748956"/>
                </a:lnTo>
                <a:lnTo>
                  <a:pt x="1766252" y="1750580"/>
                </a:lnTo>
                <a:close/>
              </a:path>
            </a:pathLst>
          </a:custGeom>
          <a:solidFill>
            <a:schemeClr val="accent5"/>
          </a:solidFill>
          <a:ln w="95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A70BFF3-99E3-9763-7D3F-003B409F6FEC}"/>
              </a:ext>
            </a:extLst>
          </p:cNvPr>
          <p:cNvGrpSpPr/>
          <p:nvPr userDrawn="1"/>
        </p:nvGrpSpPr>
        <p:grpSpPr>
          <a:xfrm>
            <a:off x="2150" y="5405627"/>
            <a:ext cx="2003538" cy="1446734"/>
            <a:chOff x="2150" y="5405627"/>
            <a:chExt cx="2003538" cy="1446734"/>
          </a:xfrm>
        </p:grpSpPr>
        <p:sp>
          <p:nvSpPr>
            <p:cNvPr id="26" name="Graphic 7">
              <a:extLst>
                <a:ext uri="{FF2B5EF4-FFF2-40B4-BE49-F238E27FC236}">
                  <a16:creationId xmlns:a16="http://schemas.microsoft.com/office/drawing/2014/main" id="{CF4809C5-946A-0FD5-8F48-C0FFD09953E5}"/>
                </a:ext>
              </a:extLst>
            </p:cNvPr>
            <p:cNvSpPr/>
            <p:nvPr userDrawn="1"/>
          </p:nvSpPr>
          <p:spPr>
            <a:xfrm>
              <a:off x="2150" y="5405627"/>
              <a:ext cx="2003538" cy="1446734"/>
            </a:xfrm>
            <a:custGeom>
              <a:avLst/>
              <a:gdLst>
                <a:gd name="connsiteX0" fmla="*/ 0 w 2003538"/>
                <a:gd name="connsiteY0" fmla="*/ 615591 h 1446734"/>
                <a:gd name="connsiteX1" fmla="*/ 726797 w 2003538"/>
                <a:gd name="connsiteY1" fmla="*/ 1932 h 1446734"/>
                <a:gd name="connsiteX2" fmla="*/ 1875663 w 2003538"/>
                <a:gd name="connsiteY2" fmla="*/ 498057 h 1446734"/>
                <a:gd name="connsiteX3" fmla="*/ 1923536 w 2003538"/>
                <a:gd name="connsiteY3" fmla="*/ 1446734 h 1446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538" h="1446734">
                  <a:moveTo>
                    <a:pt x="0" y="615591"/>
                  </a:moveTo>
                  <a:cubicBezTo>
                    <a:pt x="0" y="615591"/>
                    <a:pt x="365596" y="28115"/>
                    <a:pt x="726797" y="1932"/>
                  </a:cubicBezTo>
                  <a:cubicBezTo>
                    <a:pt x="1087997" y="-24250"/>
                    <a:pt x="1719047" y="219512"/>
                    <a:pt x="1875663" y="498057"/>
                  </a:cubicBezTo>
                  <a:cubicBezTo>
                    <a:pt x="2032374" y="776603"/>
                    <a:pt x="2041070" y="1242245"/>
                    <a:pt x="1923536" y="1446734"/>
                  </a:cubicBezTo>
                </a:path>
              </a:pathLst>
            </a:custGeom>
            <a:noFill/>
            <a:ln w="8884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Graphic 7">
              <a:extLst>
                <a:ext uri="{FF2B5EF4-FFF2-40B4-BE49-F238E27FC236}">
                  <a16:creationId xmlns:a16="http://schemas.microsoft.com/office/drawing/2014/main" id="{A6D93912-5C52-3535-EBF1-8ADA9D925E0F}"/>
                </a:ext>
              </a:extLst>
            </p:cNvPr>
            <p:cNvSpPr/>
            <p:nvPr userDrawn="1"/>
          </p:nvSpPr>
          <p:spPr>
            <a:xfrm>
              <a:off x="3615" y="5478445"/>
              <a:ext cx="1977109" cy="1365412"/>
            </a:xfrm>
            <a:custGeom>
              <a:avLst/>
              <a:gdLst>
                <a:gd name="connsiteX0" fmla="*/ 0 w 1977109"/>
                <a:gd name="connsiteY0" fmla="*/ 460118 h 1365412"/>
                <a:gd name="connsiteX1" fmla="*/ 783366 w 1977109"/>
                <a:gd name="connsiteY1" fmla="*/ 7566 h 1365412"/>
                <a:gd name="connsiteX2" fmla="*/ 1827790 w 1977109"/>
                <a:gd name="connsiteY2" fmla="*/ 316593 h 1365412"/>
                <a:gd name="connsiteX3" fmla="*/ 1975710 w 1977109"/>
                <a:gd name="connsiteY3" fmla="*/ 1365413 h 1365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7109" h="1365412">
                  <a:moveTo>
                    <a:pt x="0" y="460118"/>
                  </a:moveTo>
                  <a:cubicBezTo>
                    <a:pt x="0" y="460118"/>
                    <a:pt x="291540" y="29257"/>
                    <a:pt x="783366" y="7566"/>
                  </a:cubicBezTo>
                  <a:cubicBezTo>
                    <a:pt x="1275095" y="-14221"/>
                    <a:pt x="1653783" y="-9826"/>
                    <a:pt x="1827790" y="316593"/>
                  </a:cubicBezTo>
                  <a:cubicBezTo>
                    <a:pt x="2001892" y="643011"/>
                    <a:pt x="1975710" y="1365413"/>
                    <a:pt x="1975710" y="1365413"/>
                  </a:cubicBezTo>
                </a:path>
              </a:pathLst>
            </a:custGeom>
            <a:noFill/>
            <a:ln w="8884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Graphic 7">
            <a:extLst>
              <a:ext uri="{FF2B5EF4-FFF2-40B4-BE49-F238E27FC236}">
                <a16:creationId xmlns:a16="http://schemas.microsoft.com/office/drawing/2014/main" id="{402869DF-F69C-7931-E840-C0AC868ECAB3}"/>
              </a:ext>
            </a:extLst>
          </p:cNvPr>
          <p:cNvSpPr/>
          <p:nvPr userDrawn="1"/>
        </p:nvSpPr>
        <p:spPr>
          <a:xfrm>
            <a:off x="11460937" y="1755606"/>
            <a:ext cx="752986" cy="2682462"/>
          </a:xfrm>
          <a:custGeom>
            <a:avLst/>
            <a:gdLst>
              <a:gd name="connsiteX0" fmla="*/ 752987 w 752986"/>
              <a:gd name="connsiteY0" fmla="*/ 2682463 h 2682462"/>
              <a:gd name="connsiteX1" fmla="*/ 625 w 752986"/>
              <a:gd name="connsiteY1" fmla="*/ 901972 h 2682462"/>
              <a:gd name="connsiteX2" fmla="*/ 748009 w 752986"/>
              <a:gd name="connsiteY2" fmla="*/ 0 h 2682462"/>
              <a:gd name="connsiteX3" fmla="*/ 752987 w 752986"/>
              <a:gd name="connsiteY3" fmla="*/ 2682463 h 2682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2986" h="2682462">
                <a:moveTo>
                  <a:pt x="752987" y="2682463"/>
                </a:moveTo>
                <a:cubicBezTo>
                  <a:pt x="752987" y="2682463"/>
                  <a:pt x="-25123" y="2173327"/>
                  <a:pt x="625" y="901972"/>
                </a:cubicBezTo>
                <a:cubicBezTo>
                  <a:pt x="9240" y="403748"/>
                  <a:pt x="748009" y="0"/>
                  <a:pt x="748009" y="0"/>
                </a:cubicBezTo>
                <a:lnTo>
                  <a:pt x="752987" y="2682463"/>
                </a:lnTo>
                <a:close/>
              </a:path>
            </a:pathLst>
          </a:custGeom>
          <a:solidFill>
            <a:schemeClr val="accent4"/>
          </a:solidFill>
          <a:ln w="957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Graphic 7">
            <a:extLst>
              <a:ext uri="{FF2B5EF4-FFF2-40B4-BE49-F238E27FC236}">
                <a16:creationId xmlns:a16="http://schemas.microsoft.com/office/drawing/2014/main" id="{BCD4C7C6-B647-85D6-CB63-8CCAD17F2308}"/>
              </a:ext>
            </a:extLst>
          </p:cNvPr>
          <p:cNvSpPr/>
          <p:nvPr userDrawn="1"/>
        </p:nvSpPr>
        <p:spPr>
          <a:xfrm>
            <a:off x="9258189" y="-60396"/>
            <a:ext cx="2747434" cy="6923632"/>
          </a:xfrm>
          <a:custGeom>
            <a:avLst/>
            <a:gdLst>
              <a:gd name="connsiteX0" fmla="*/ 2534956 w 2747434"/>
              <a:gd name="connsiteY0" fmla="*/ 0 h 6923632"/>
              <a:gd name="connsiteX1" fmla="*/ 2706775 w 2747434"/>
              <a:gd name="connsiteY1" fmla="*/ 979313 h 6923632"/>
              <a:gd name="connsiteX2" fmla="*/ 1358077 w 2747434"/>
              <a:gd name="connsiteY2" fmla="*/ 1924263 h 6923632"/>
              <a:gd name="connsiteX3" fmla="*/ 9379 w 2747434"/>
              <a:gd name="connsiteY3" fmla="*/ 3479046 h 6923632"/>
              <a:gd name="connsiteX4" fmla="*/ 473239 w 2747434"/>
              <a:gd name="connsiteY4" fmla="*/ 5162669 h 6923632"/>
              <a:gd name="connsiteX5" fmla="*/ 791030 w 2747434"/>
              <a:gd name="connsiteY5" fmla="*/ 6923633 h 6923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47434" h="6923632">
                <a:moveTo>
                  <a:pt x="2534956" y="0"/>
                </a:moveTo>
                <a:cubicBezTo>
                  <a:pt x="2560706" y="51497"/>
                  <a:pt x="2852748" y="661427"/>
                  <a:pt x="2706775" y="979313"/>
                </a:cubicBezTo>
                <a:cubicBezTo>
                  <a:pt x="2560802" y="1297200"/>
                  <a:pt x="1736076" y="1743831"/>
                  <a:pt x="1358077" y="1924263"/>
                </a:cubicBezTo>
                <a:cubicBezTo>
                  <a:pt x="980078" y="2104696"/>
                  <a:pt x="95336" y="2723144"/>
                  <a:pt x="9379" y="3479046"/>
                </a:cubicBezTo>
                <a:cubicBezTo>
                  <a:pt x="-76577" y="4234949"/>
                  <a:pt x="456105" y="4750402"/>
                  <a:pt x="473239" y="5162669"/>
                </a:cubicBezTo>
                <a:cubicBezTo>
                  <a:pt x="490373" y="5575032"/>
                  <a:pt x="456105" y="6605842"/>
                  <a:pt x="791030" y="6923633"/>
                </a:cubicBezTo>
              </a:path>
            </a:pathLst>
          </a:custGeom>
          <a:noFill/>
          <a:ln w="15915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30" name="Graphic 7">
            <a:extLst>
              <a:ext uri="{FF2B5EF4-FFF2-40B4-BE49-F238E27FC236}">
                <a16:creationId xmlns:a16="http://schemas.microsoft.com/office/drawing/2014/main" id="{37431350-674B-86B1-6665-087CC5A76F62}"/>
              </a:ext>
            </a:extLst>
          </p:cNvPr>
          <p:cNvGrpSpPr/>
          <p:nvPr userDrawn="1"/>
        </p:nvGrpSpPr>
        <p:grpSpPr>
          <a:xfrm>
            <a:off x="11303531" y="1529534"/>
            <a:ext cx="891530" cy="3371125"/>
            <a:chOff x="11303531" y="1529534"/>
            <a:chExt cx="891530" cy="3371125"/>
          </a:xfrm>
          <a:solidFill>
            <a:schemeClr val="tx2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90C5E53-01B2-6A9C-26C8-8597A167B656}"/>
                </a:ext>
              </a:extLst>
            </p:cNvPr>
            <p:cNvSpPr/>
            <p:nvPr/>
          </p:nvSpPr>
          <p:spPr>
            <a:xfrm>
              <a:off x="11303531" y="1834922"/>
              <a:ext cx="871241" cy="3065737"/>
            </a:xfrm>
            <a:custGeom>
              <a:avLst/>
              <a:gdLst>
                <a:gd name="connsiteX0" fmla="*/ 848936 w 871241"/>
                <a:gd name="connsiteY0" fmla="*/ 802 h 3065737"/>
                <a:gd name="connsiteX1" fmla="*/ 315679 w 871241"/>
                <a:gd name="connsiteY1" fmla="*/ 412878 h 3065737"/>
                <a:gd name="connsiteX2" fmla="*/ 42685 w 871241"/>
                <a:gd name="connsiteY2" fmla="*/ 1128578 h 3065737"/>
                <a:gd name="connsiteX3" fmla="*/ 23062 w 871241"/>
                <a:gd name="connsiteY3" fmla="*/ 1928415 h 3065737"/>
                <a:gd name="connsiteX4" fmla="*/ 281124 w 871241"/>
                <a:gd name="connsiteY4" fmla="*/ 2607742 h 3065737"/>
                <a:gd name="connsiteX5" fmla="*/ 778390 w 871241"/>
                <a:gd name="connsiteY5" fmla="*/ 3034080 h 3065737"/>
                <a:gd name="connsiteX6" fmla="*/ 853818 w 871241"/>
                <a:gd name="connsiteY6" fmla="*/ 3064806 h 3065737"/>
                <a:gd name="connsiteX7" fmla="*/ 861476 w 871241"/>
                <a:gd name="connsiteY7" fmla="*/ 3037143 h 3065737"/>
                <a:gd name="connsiteX8" fmla="*/ 348702 w 871241"/>
                <a:gd name="connsiteY8" fmla="*/ 2651581 h 3065737"/>
                <a:gd name="connsiteX9" fmla="*/ 67284 w 871241"/>
                <a:gd name="connsiteY9" fmla="*/ 2015808 h 3065737"/>
                <a:gd name="connsiteX10" fmla="*/ 55415 w 871241"/>
                <a:gd name="connsiteY10" fmla="*/ 1233295 h 3065737"/>
                <a:gd name="connsiteX11" fmla="*/ 291366 w 871241"/>
                <a:gd name="connsiteY11" fmla="*/ 502663 h 3065737"/>
                <a:gd name="connsiteX12" fmla="*/ 778677 w 871241"/>
                <a:gd name="connsiteY12" fmla="*/ 58043 h 3065737"/>
                <a:gd name="connsiteX13" fmla="*/ 856594 w 871241"/>
                <a:gd name="connsiteY13" fmla="*/ 28465 h 3065737"/>
                <a:gd name="connsiteX14" fmla="*/ 848936 w 871241"/>
                <a:gd name="connsiteY14" fmla="*/ 802 h 3065737"/>
                <a:gd name="connsiteX15" fmla="*/ 848936 w 871241"/>
                <a:gd name="connsiteY15" fmla="*/ 802 h 306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71241" h="3065737">
                  <a:moveTo>
                    <a:pt x="848936" y="802"/>
                  </a:moveTo>
                  <a:cubicBezTo>
                    <a:pt x="630024" y="72592"/>
                    <a:pt x="447198" y="226128"/>
                    <a:pt x="315679" y="412878"/>
                  </a:cubicBezTo>
                  <a:cubicBezTo>
                    <a:pt x="166929" y="624036"/>
                    <a:pt x="86333" y="876068"/>
                    <a:pt x="42685" y="1128578"/>
                  </a:cubicBezTo>
                  <a:cubicBezTo>
                    <a:pt x="-2782" y="1391904"/>
                    <a:pt x="-15992" y="1663462"/>
                    <a:pt x="23062" y="1928415"/>
                  </a:cubicBezTo>
                  <a:cubicBezTo>
                    <a:pt x="58670" y="2170300"/>
                    <a:pt x="141276" y="2405964"/>
                    <a:pt x="281124" y="2607742"/>
                  </a:cubicBezTo>
                  <a:cubicBezTo>
                    <a:pt x="406805" y="2789036"/>
                    <a:pt x="576229" y="2942954"/>
                    <a:pt x="778390" y="3034080"/>
                  </a:cubicBezTo>
                  <a:cubicBezTo>
                    <a:pt x="803181" y="3045183"/>
                    <a:pt x="828260" y="3055425"/>
                    <a:pt x="853818" y="3064806"/>
                  </a:cubicBezTo>
                  <a:cubicBezTo>
                    <a:pt x="871238" y="3071123"/>
                    <a:pt x="878705" y="3043460"/>
                    <a:pt x="861476" y="3037143"/>
                  </a:cubicBezTo>
                  <a:cubicBezTo>
                    <a:pt x="656922" y="2962481"/>
                    <a:pt x="481657" y="2822634"/>
                    <a:pt x="348702" y="2651581"/>
                  </a:cubicBezTo>
                  <a:cubicBezTo>
                    <a:pt x="204452" y="2465884"/>
                    <a:pt x="113135" y="2245537"/>
                    <a:pt x="67284" y="2015808"/>
                  </a:cubicBezTo>
                  <a:cubicBezTo>
                    <a:pt x="15978" y="1758703"/>
                    <a:pt x="19712" y="1492218"/>
                    <a:pt x="55415" y="1233295"/>
                  </a:cubicBezTo>
                  <a:cubicBezTo>
                    <a:pt x="90449" y="978967"/>
                    <a:pt x="157645" y="724160"/>
                    <a:pt x="291366" y="502663"/>
                  </a:cubicBezTo>
                  <a:cubicBezTo>
                    <a:pt x="406421" y="312180"/>
                    <a:pt x="573261" y="148020"/>
                    <a:pt x="778677" y="58043"/>
                  </a:cubicBezTo>
                  <a:cubicBezTo>
                    <a:pt x="804138" y="46844"/>
                    <a:pt x="830175" y="37176"/>
                    <a:pt x="856594" y="28465"/>
                  </a:cubicBezTo>
                  <a:cubicBezTo>
                    <a:pt x="874014" y="22722"/>
                    <a:pt x="866548" y="-5037"/>
                    <a:pt x="848936" y="802"/>
                  </a:cubicBezTo>
                  <a:lnTo>
                    <a:pt x="848936" y="802"/>
                  </a:lnTo>
                  <a:close/>
                </a:path>
              </a:pathLst>
            </a:custGeom>
            <a:grpFill/>
            <a:ln w="95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A8BDFE5-DF93-42AA-51F6-E158A8C58E06}"/>
                </a:ext>
              </a:extLst>
            </p:cNvPr>
            <p:cNvSpPr/>
            <p:nvPr/>
          </p:nvSpPr>
          <p:spPr>
            <a:xfrm>
              <a:off x="11617593" y="1529534"/>
              <a:ext cx="577468" cy="2048267"/>
            </a:xfrm>
            <a:custGeom>
              <a:avLst/>
              <a:gdLst>
                <a:gd name="connsiteX0" fmla="*/ 555454 w 577468"/>
                <a:gd name="connsiteY0" fmla="*/ 1322 h 2048267"/>
                <a:gd name="connsiteX1" fmla="*/ 219189 w 577468"/>
                <a:gd name="connsiteY1" fmla="*/ 274699 h 2048267"/>
                <a:gd name="connsiteX2" fmla="*/ 35215 w 577468"/>
                <a:gd name="connsiteY2" fmla="*/ 678064 h 2048267"/>
                <a:gd name="connsiteX3" fmla="*/ 10806 w 577468"/>
                <a:gd name="connsiteY3" fmla="*/ 1151591 h 2048267"/>
                <a:gd name="connsiteX4" fmla="*/ 162235 w 577468"/>
                <a:gd name="connsiteY4" fmla="*/ 1649432 h 2048267"/>
                <a:gd name="connsiteX5" fmla="*/ 300647 w 577468"/>
                <a:gd name="connsiteY5" fmla="*/ 1872269 h 2048267"/>
                <a:gd name="connsiteX6" fmla="*/ 485196 w 577468"/>
                <a:gd name="connsiteY6" fmla="*/ 2040545 h 2048267"/>
                <a:gd name="connsiteX7" fmla="*/ 543201 w 577468"/>
                <a:gd name="connsiteY7" fmla="*/ 2047915 h 2048267"/>
                <a:gd name="connsiteX8" fmla="*/ 543201 w 577468"/>
                <a:gd name="connsiteY8" fmla="*/ 2019199 h 2048267"/>
                <a:gd name="connsiteX9" fmla="*/ 350229 w 577468"/>
                <a:gd name="connsiteY9" fmla="*/ 1889690 h 2048267"/>
                <a:gd name="connsiteX10" fmla="*/ 209329 w 577468"/>
                <a:gd name="connsiteY10" fmla="*/ 1677574 h 2048267"/>
                <a:gd name="connsiteX11" fmla="*/ 45935 w 577468"/>
                <a:gd name="connsiteY11" fmla="*/ 1197441 h 2048267"/>
                <a:gd name="connsiteX12" fmla="*/ 52444 w 577468"/>
                <a:gd name="connsiteY12" fmla="*/ 732911 h 2048267"/>
                <a:gd name="connsiteX13" fmla="*/ 214019 w 577468"/>
                <a:gd name="connsiteY13" fmla="*/ 332035 h 2048267"/>
                <a:gd name="connsiteX14" fmla="*/ 520899 w 577468"/>
                <a:gd name="connsiteY14" fmla="*/ 49278 h 2048267"/>
                <a:gd name="connsiteX15" fmla="*/ 569812 w 577468"/>
                <a:gd name="connsiteY15" fmla="*/ 26113 h 2048267"/>
                <a:gd name="connsiteX16" fmla="*/ 555454 w 577468"/>
                <a:gd name="connsiteY16" fmla="*/ 1322 h 2048267"/>
                <a:gd name="connsiteX17" fmla="*/ 555454 w 577468"/>
                <a:gd name="connsiteY17" fmla="*/ 1322 h 2048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7468" h="2048267">
                  <a:moveTo>
                    <a:pt x="555454" y="1322"/>
                  </a:moveTo>
                  <a:cubicBezTo>
                    <a:pt x="420297" y="59615"/>
                    <a:pt x="306390" y="156867"/>
                    <a:pt x="219189" y="274699"/>
                  </a:cubicBezTo>
                  <a:cubicBezTo>
                    <a:pt x="130743" y="394253"/>
                    <a:pt x="70152" y="533909"/>
                    <a:pt x="35215" y="678064"/>
                  </a:cubicBezTo>
                  <a:cubicBezTo>
                    <a:pt x="-2308" y="833035"/>
                    <a:pt x="-8817" y="993557"/>
                    <a:pt x="10806" y="1151591"/>
                  </a:cubicBezTo>
                  <a:cubicBezTo>
                    <a:pt x="32247" y="1324749"/>
                    <a:pt x="83649" y="1493600"/>
                    <a:pt x="162235" y="1649432"/>
                  </a:cubicBezTo>
                  <a:cubicBezTo>
                    <a:pt x="201672" y="1727635"/>
                    <a:pt x="248001" y="1802297"/>
                    <a:pt x="300647" y="1872269"/>
                  </a:cubicBezTo>
                  <a:cubicBezTo>
                    <a:pt x="349368" y="1936975"/>
                    <a:pt x="405268" y="2013647"/>
                    <a:pt x="485196" y="2040545"/>
                  </a:cubicBezTo>
                  <a:cubicBezTo>
                    <a:pt x="503765" y="2046767"/>
                    <a:pt x="523674" y="2049255"/>
                    <a:pt x="543201" y="2047915"/>
                  </a:cubicBezTo>
                  <a:cubicBezTo>
                    <a:pt x="561484" y="2046575"/>
                    <a:pt x="561676" y="2017859"/>
                    <a:pt x="543201" y="2019199"/>
                  </a:cubicBezTo>
                  <a:cubicBezTo>
                    <a:pt x="459255" y="2025134"/>
                    <a:pt x="397420" y="1948558"/>
                    <a:pt x="350229" y="1889690"/>
                  </a:cubicBezTo>
                  <a:cubicBezTo>
                    <a:pt x="297009" y="1823451"/>
                    <a:pt x="250010" y="1752140"/>
                    <a:pt x="209329" y="1677574"/>
                  </a:cubicBezTo>
                  <a:cubicBezTo>
                    <a:pt x="127967" y="1528442"/>
                    <a:pt x="72545" y="1365239"/>
                    <a:pt x="45935" y="1197441"/>
                  </a:cubicBezTo>
                  <a:cubicBezTo>
                    <a:pt x="21526" y="1043715"/>
                    <a:pt x="21718" y="885681"/>
                    <a:pt x="52444" y="732911"/>
                  </a:cubicBezTo>
                  <a:cubicBezTo>
                    <a:pt x="80968" y="590862"/>
                    <a:pt x="134093" y="453121"/>
                    <a:pt x="214019" y="332035"/>
                  </a:cubicBezTo>
                  <a:cubicBezTo>
                    <a:pt x="291553" y="214586"/>
                    <a:pt x="395506" y="114272"/>
                    <a:pt x="520899" y="49278"/>
                  </a:cubicBezTo>
                  <a:cubicBezTo>
                    <a:pt x="536884" y="40950"/>
                    <a:pt x="553252" y="33292"/>
                    <a:pt x="569812" y="26113"/>
                  </a:cubicBezTo>
                  <a:cubicBezTo>
                    <a:pt x="586946" y="18839"/>
                    <a:pt x="572301" y="-5953"/>
                    <a:pt x="555454" y="1322"/>
                  </a:cubicBezTo>
                  <a:lnTo>
                    <a:pt x="555454" y="1322"/>
                  </a:lnTo>
                  <a:close/>
                </a:path>
              </a:pathLst>
            </a:custGeom>
            <a:grpFill/>
            <a:ln w="95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5BE4EB0D-95D0-5627-35EC-8CDB4186AB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777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fld id="{CA2C1983-85E7-45E2-ABAC-BABAC97AF800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B541B1DC-1844-316B-44B1-92A311732C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479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8">
            <a:extLst>
              <a:ext uri="{FF2B5EF4-FFF2-40B4-BE49-F238E27FC236}">
                <a16:creationId xmlns:a16="http://schemas.microsoft.com/office/drawing/2014/main" id="{8D81D3CA-942E-231C-8754-EEDA8C6121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D54684D-841C-FDA2-7EA4-3358F6C41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948" y="1939924"/>
            <a:ext cx="10969451" cy="423893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2pPr>
            <a:lvl3pPr marL="9144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3pPr>
            <a:lvl4pPr marL="13716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2EA75441-C98A-E98F-BFE4-C66F20EE0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7" y="525782"/>
            <a:ext cx="109696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13393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raphic 7">
            <a:extLst>
              <a:ext uri="{FF2B5EF4-FFF2-40B4-BE49-F238E27FC236}">
                <a16:creationId xmlns:a16="http://schemas.microsoft.com/office/drawing/2014/main" id="{C67B7F85-3652-7259-54D1-753A9859A36F}"/>
              </a:ext>
            </a:extLst>
          </p:cNvPr>
          <p:cNvSpPr/>
          <p:nvPr userDrawn="1"/>
        </p:nvSpPr>
        <p:spPr>
          <a:xfrm>
            <a:off x="222154" y="197033"/>
            <a:ext cx="1730598" cy="1472358"/>
          </a:xfrm>
          <a:custGeom>
            <a:avLst/>
            <a:gdLst>
              <a:gd name="connsiteX0" fmla="*/ 70078 w 1730598"/>
              <a:gd name="connsiteY0" fmla="*/ 544165 h 1472358"/>
              <a:gd name="connsiteX1" fmla="*/ 882455 w 1730598"/>
              <a:gd name="connsiteY1" fmla="*/ 20959 h 1472358"/>
              <a:gd name="connsiteX2" fmla="*/ 1639793 w 1730598"/>
              <a:gd name="connsiteY2" fmla="*/ 915942 h 1472358"/>
              <a:gd name="connsiteX3" fmla="*/ 731026 w 1730598"/>
              <a:gd name="connsiteY3" fmla="*/ 1452933 h 1472358"/>
              <a:gd name="connsiteX4" fmla="*/ 70078 w 1730598"/>
              <a:gd name="connsiteY4" fmla="*/ 544165 h 1472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30598" h="1472358">
                <a:moveTo>
                  <a:pt x="70078" y="544165"/>
                </a:moveTo>
                <a:cubicBezTo>
                  <a:pt x="117938" y="355405"/>
                  <a:pt x="97645" y="-102999"/>
                  <a:pt x="882455" y="20959"/>
                </a:cubicBezTo>
                <a:cubicBezTo>
                  <a:pt x="1667265" y="144916"/>
                  <a:pt x="1873829" y="557949"/>
                  <a:pt x="1639793" y="915942"/>
                </a:cubicBezTo>
                <a:cubicBezTo>
                  <a:pt x="1405757" y="1273936"/>
                  <a:pt x="1185410" y="1549323"/>
                  <a:pt x="731026" y="1452933"/>
                </a:cubicBezTo>
                <a:cubicBezTo>
                  <a:pt x="276642" y="1356542"/>
                  <a:pt x="-177742" y="1521755"/>
                  <a:pt x="70078" y="544165"/>
                </a:cubicBezTo>
                <a:close/>
              </a:path>
            </a:pathLst>
          </a:custGeom>
          <a:solidFill>
            <a:schemeClr val="accent4"/>
          </a:solidFill>
          <a:ln w="957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4791787-86D4-F648-5F16-51CE94DA4071}"/>
              </a:ext>
            </a:extLst>
          </p:cNvPr>
          <p:cNvSpPr/>
          <p:nvPr userDrawn="1"/>
        </p:nvSpPr>
        <p:spPr>
          <a:xfrm>
            <a:off x="-45833" y="3729089"/>
            <a:ext cx="3164604" cy="3136559"/>
          </a:xfrm>
          <a:custGeom>
            <a:avLst/>
            <a:gdLst>
              <a:gd name="connsiteX0" fmla="*/ 3164605 w 3164604"/>
              <a:gd name="connsiteY0" fmla="*/ 3136560 h 3136559"/>
              <a:gd name="connsiteX1" fmla="*/ 2169020 w 3164604"/>
              <a:gd name="connsiteY1" fmla="*/ 2323512 h 3136559"/>
              <a:gd name="connsiteX2" fmla="*/ 1103750 w 3164604"/>
              <a:gd name="connsiteY2" fmla="*/ 1666967 h 3136559"/>
              <a:gd name="connsiteX3" fmla="*/ 768729 w 3164604"/>
              <a:gd name="connsiteY3" fmla="*/ 629935 h 3136559"/>
              <a:gd name="connsiteX4" fmla="*/ 0 w 3164604"/>
              <a:gd name="connsiteY4" fmla="*/ 0 h 3136559"/>
              <a:gd name="connsiteX5" fmla="*/ 0 w 3164604"/>
              <a:gd name="connsiteY5" fmla="*/ 3133688 h 3136559"/>
              <a:gd name="connsiteX6" fmla="*/ 3164605 w 3164604"/>
              <a:gd name="connsiteY6" fmla="*/ 3136560 h 3136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64604" h="3136559">
                <a:moveTo>
                  <a:pt x="3164605" y="3136560"/>
                </a:moveTo>
                <a:cubicBezTo>
                  <a:pt x="3013559" y="2738747"/>
                  <a:pt x="2568843" y="2469007"/>
                  <a:pt x="2169020" y="2323512"/>
                </a:cubicBezTo>
                <a:cubicBezTo>
                  <a:pt x="1769196" y="2178017"/>
                  <a:pt x="1329649" y="2027545"/>
                  <a:pt x="1103750" y="1666967"/>
                </a:cubicBezTo>
                <a:cubicBezTo>
                  <a:pt x="910108" y="1357887"/>
                  <a:pt x="920254" y="961701"/>
                  <a:pt x="768729" y="629935"/>
                </a:cubicBezTo>
                <a:cubicBezTo>
                  <a:pt x="630030" y="326023"/>
                  <a:pt x="322194" y="87967"/>
                  <a:pt x="0" y="0"/>
                </a:cubicBezTo>
                <a:lnTo>
                  <a:pt x="0" y="3133688"/>
                </a:lnTo>
                <a:lnTo>
                  <a:pt x="3164605" y="3136560"/>
                </a:lnTo>
                <a:close/>
              </a:path>
            </a:pathLst>
          </a:custGeom>
          <a:solidFill>
            <a:schemeClr val="accent5"/>
          </a:solidFill>
          <a:ln w="957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3CE8BA5-7DEF-F451-8791-C90EF47EAFB4}"/>
              </a:ext>
            </a:extLst>
          </p:cNvPr>
          <p:cNvGrpSpPr/>
          <p:nvPr userDrawn="1"/>
        </p:nvGrpSpPr>
        <p:grpSpPr>
          <a:xfrm>
            <a:off x="-65448" y="4285968"/>
            <a:ext cx="3605300" cy="2592105"/>
            <a:chOff x="-65448" y="4285968"/>
            <a:chExt cx="3605300" cy="2592105"/>
          </a:xfrm>
        </p:grpSpPr>
        <p:sp>
          <p:nvSpPr>
            <p:cNvPr id="12" name="Graphic 7">
              <a:extLst>
                <a:ext uri="{FF2B5EF4-FFF2-40B4-BE49-F238E27FC236}">
                  <a16:creationId xmlns:a16="http://schemas.microsoft.com/office/drawing/2014/main" id="{9BDB7C1F-517F-1DC0-8631-9096B353EEC7}"/>
                </a:ext>
              </a:extLst>
            </p:cNvPr>
            <p:cNvSpPr/>
            <p:nvPr userDrawn="1"/>
          </p:nvSpPr>
          <p:spPr>
            <a:xfrm>
              <a:off x="-49846" y="4285968"/>
              <a:ext cx="3589698" cy="2592105"/>
            </a:xfrm>
            <a:custGeom>
              <a:avLst/>
              <a:gdLst>
                <a:gd name="connsiteX0" fmla="*/ 0 w 3589698"/>
                <a:gd name="connsiteY0" fmla="*/ 1102890 h 2592105"/>
                <a:gd name="connsiteX1" fmla="*/ 1302177 w 3589698"/>
                <a:gd name="connsiteY1" fmla="*/ 3448 h 2592105"/>
                <a:gd name="connsiteX2" fmla="*/ 3360640 w 3589698"/>
                <a:gd name="connsiteY2" fmla="*/ 892306 h 2592105"/>
                <a:gd name="connsiteX3" fmla="*/ 3446406 w 3589698"/>
                <a:gd name="connsiteY3" fmla="*/ 2592105 h 2592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89698" h="2592105">
                  <a:moveTo>
                    <a:pt x="0" y="1102890"/>
                  </a:moveTo>
                  <a:cubicBezTo>
                    <a:pt x="0" y="1102890"/>
                    <a:pt x="655013" y="50255"/>
                    <a:pt x="1302177" y="3448"/>
                  </a:cubicBezTo>
                  <a:cubicBezTo>
                    <a:pt x="1949342" y="-43359"/>
                    <a:pt x="3079989" y="393316"/>
                    <a:pt x="3360640" y="892306"/>
                  </a:cubicBezTo>
                  <a:cubicBezTo>
                    <a:pt x="3641387" y="1391295"/>
                    <a:pt x="3656894" y="2225688"/>
                    <a:pt x="3446406" y="2592105"/>
                  </a:cubicBezTo>
                </a:path>
              </a:pathLst>
            </a:custGeom>
            <a:noFill/>
            <a:ln w="15915" cap="flat">
              <a:solidFill>
                <a:schemeClr val="accent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Graphic 7">
              <a:extLst>
                <a:ext uri="{FF2B5EF4-FFF2-40B4-BE49-F238E27FC236}">
                  <a16:creationId xmlns:a16="http://schemas.microsoft.com/office/drawing/2014/main" id="{9A4EBA08-68F3-A411-3842-F5DF82AAFC4E}"/>
                </a:ext>
              </a:extLst>
            </p:cNvPr>
            <p:cNvSpPr/>
            <p:nvPr userDrawn="1"/>
          </p:nvSpPr>
          <p:spPr>
            <a:xfrm>
              <a:off x="-65448" y="4416211"/>
              <a:ext cx="3542501" cy="2446355"/>
            </a:xfrm>
            <a:custGeom>
              <a:avLst/>
              <a:gdLst>
                <a:gd name="connsiteX0" fmla="*/ 0 w 3542501"/>
                <a:gd name="connsiteY0" fmla="*/ 824473 h 2446355"/>
                <a:gd name="connsiteX1" fmla="*/ 1403545 w 3542501"/>
                <a:gd name="connsiteY1" fmla="*/ 13531 h 2446355"/>
                <a:gd name="connsiteX2" fmla="*/ 3274875 w 3542501"/>
                <a:gd name="connsiteY2" fmla="*/ 567177 h 2446355"/>
                <a:gd name="connsiteX3" fmla="*/ 3540020 w 3542501"/>
                <a:gd name="connsiteY3" fmla="*/ 2446356 h 2446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42501" h="2446355">
                  <a:moveTo>
                    <a:pt x="0" y="824473"/>
                  </a:moveTo>
                  <a:cubicBezTo>
                    <a:pt x="0" y="824473"/>
                    <a:pt x="522441" y="52489"/>
                    <a:pt x="1403545" y="13531"/>
                  </a:cubicBezTo>
                  <a:cubicBezTo>
                    <a:pt x="2284650" y="-25427"/>
                    <a:pt x="2963019" y="-17674"/>
                    <a:pt x="3274875" y="567177"/>
                  </a:cubicBezTo>
                  <a:cubicBezTo>
                    <a:pt x="3586731" y="1152027"/>
                    <a:pt x="3540020" y="2446356"/>
                    <a:pt x="3540020" y="2446356"/>
                  </a:cubicBezTo>
                </a:path>
              </a:pathLst>
            </a:custGeom>
            <a:noFill/>
            <a:ln w="15915" cap="flat">
              <a:solidFill>
                <a:schemeClr val="accent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5" name="Graphic 7">
            <a:extLst>
              <a:ext uri="{FF2B5EF4-FFF2-40B4-BE49-F238E27FC236}">
                <a16:creationId xmlns:a16="http://schemas.microsoft.com/office/drawing/2014/main" id="{BE427F06-BC62-D41E-211C-96DBC19B9BB5}"/>
              </a:ext>
            </a:extLst>
          </p:cNvPr>
          <p:cNvGrpSpPr/>
          <p:nvPr userDrawn="1"/>
        </p:nvGrpSpPr>
        <p:grpSpPr>
          <a:xfrm>
            <a:off x="-50229" y="-74467"/>
            <a:ext cx="4715272" cy="2080359"/>
            <a:chOff x="-50229" y="-74467"/>
            <a:chExt cx="4715272" cy="2080359"/>
          </a:xfrm>
          <a:noFill/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6F3C60C-C19D-DBA1-8694-5322318A31D5}"/>
                </a:ext>
              </a:extLst>
            </p:cNvPr>
            <p:cNvSpPr/>
            <p:nvPr/>
          </p:nvSpPr>
          <p:spPr>
            <a:xfrm>
              <a:off x="110293" y="-74467"/>
              <a:ext cx="2863852" cy="834797"/>
            </a:xfrm>
            <a:custGeom>
              <a:avLst/>
              <a:gdLst>
                <a:gd name="connsiteX0" fmla="*/ 2863852 w 2863852"/>
                <a:gd name="connsiteY0" fmla="*/ 0 h 834797"/>
                <a:gd name="connsiteX1" fmla="*/ 2170360 w 2863852"/>
                <a:gd name="connsiteY1" fmla="*/ 796201 h 834797"/>
                <a:gd name="connsiteX2" fmla="*/ 1053114 w 2863852"/>
                <a:gd name="connsiteY2" fmla="*/ 764134 h 834797"/>
                <a:gd name="connsiteX3" fmla="*/ 0 w 2863852"/>
                <a:gd name="connsiteY3" fmla="*/ 6413 h 834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3852" h="834797">
                  <a:moveTo>
                    <a:pt x="2863852" y="0"/>
                  </a:moveTo>
                  <a:cubicBezTo>
                    <a:pt x="2863852" y="0"/>
                    <a:pt x="2780384" y="693493"/>
                    <a:pt x="2170360" y="796201"/>
                  </a:cubicBezTo>
                  <a:cubicBezTo>
                    <a:pt x="1560335" y="898908"/>
                    <a:pt x="1245703" y="764134"/>
                    <a:pt x="1053114" y="764134"/>
                  </a:cubicBezTo>
                  <a:cubicBezTo>
                    <a:pt x="860525" y="764134"/>
                    <a:pt x="250404" y="597198"/>
                    <a:pt x="0" y="6413"/>
                  </a:cubicBezTo>
                </a:path>
              </a:pathLst>
            </a:custGeom>
            <a:noFill/>
            <a:ln w="19139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0376152-7304-9FE5-8E44-197118D2E789}"/>
                </a:ext>
              </a:extLst>
            </p:cNvPr>
            <p:cNvSpPr/>
            <p:nvPr/>
          </p:nvSpPr>
          <p:spPr>
            <a:xfrm>
              <a:off x="-50229" y="-55131"/>
              <a:ext cx="2966185" cy="1042224"/>
            </a:xfrm>
            <a:custGeom>
              <a:avLst/>
              <a:gdLst>
                <a:gd name="connsiteX0" fmla="*/ 0 w 2966185"/>
                <a:gd name="connsiteY0" fmla="*/ 57719 h 1042224"/>
                <a:gd name="connsiteX1" fmla="*/ 391687 w 2966185"/>
                <a:gd name="connsiteY1" fmla="*/ 288884 h 1042224"/>
                <a:gd name="connsiteX2" fmla="*/ 1830074 w 2966185"/>
                <a:gd name="connsiteY2" fmla="*/ 1040191 h 1042224"/>
                <a:gd name="connsiteX3" fmla="*/ 2953829 w 2966185"/>
                <a:gd name="connsiteY3" fmla="*/ 0 h 1042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6185" h="1042224">
                  <a:moveTo>
                    <a:pt x="0" y="57719"/>
                  </a:moveTo>
                  <a:cubicBezTo>
                    <a:pt x="0" y="57719"/>
                    <a:pt x="192589" y="218242"/>
                    <a:pt x="391687" y="288884"/>
                  </a:cubicBezTo>
                  <a:cubicBezTo>
                    <a:pt x="590785" y="359525"/>
                    <a:pt x="1085180" y="1001616"/>
                    <a:pt x="1830074" y="1040191"/>
                  </a:cubicBezTo>
                  <a:cubicBezTo>
                    <a:pt x="2574969" y="1078671"/>
                    <a:pt x="3050124" y="565036"/>
                    <a:pt x="2953829" y="0"/>
                  </a:cubicBezTo>
                </a:path>
              </a:pathLst>
            </a:custGeom>
            <a:noFill/>
            <a:ln w="19139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9ACC557-2943-C9C8-B4E3-E753D1F5F4C9}"/>
                </a:ext>
              </a:extLst>
            </p:cNvPr>
            <p:cNvSpPr/>
            <p:nvPr/>
          </p:nvSpPr>
          <p:spPr>
            <a:xfrm>
              <a:off x="-43815" y="-55227"/>
              <a:ext cx="3309657" cy="1427536"/>
            </a:xfrm>
            <a:custGeom>
              <a:avLst/>
              <a:gdLst>
                <a:gd name="connsiteX0" fmla="*/ 3294115 w 3309657"/>
                <a:gd name="connsiteY0" fmla="*/ 0 h 1427536"/>
                <a:gd name="connsiteX1" fmla="*/ 2940907 w 3309657"/>
                <a:gd name="connsiteY1" fmla="*/ 796201 h 1427536"/>
                <a:gd name="connsiteX2" fmla="*/ 1701618 w 3309657"/>
                <a:gd name="connsiteY2" fmla="*/ 1425465 h 1427536"/>
                <a:gd name="connsiteX3" fmla="*/ 0 w 3309657"/>
                <a:gd name="connsiteY3" fmla="*/ 770548 h 142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09657" h="1427536">
                  <a:moveTo>
                    <a:pt x="3294115" y="0"/>
                  </a:moveTo>
                  <a:cubicBezTo>
                    <a:pt x="3294115" y="0"/>
                    <a:pt x="3422571" y="565036"/>
                    <a:pt x="2940907" y="796201"/>
                  </a:cubicBezTo>
                  <a:cubicBezTo>
                    <a:pt x="2459243" y="1027365"/>
                    <a:pt x="2536394" y="1380572"/>
                    <a:pt x="1701618" y="1425465"/>
                  </a:cubicBezTo>
                  <a:cubicBezTo>
                    <a:pt x="866842" y="1470358"/>
                    <a:pt x="0" y="770548"/>
                    <a:pt x="0" y="770548"/>
                  </a:cubicBezTo>
                </a:path>
              </a:pathLst>
            </a:custGeom>
            <a:noFill/>
            <a:ln w="19139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792842C-E79C-5C0D-03B2-67163C3AAB96}"/>
                </a:ext>
              </a:extLst>
            </p:cNvPr>
            <p:cNvSpPr/>
            <p:nvPr/>
          </p:nvSpPr>
          <p:spPr>
            <a:xfrm>
              <a:off x="-50229" y="-70255"/>
              <a:ext cx="4715272" cy="2076147"/>
            </a:xfrm>
            <a:custGeom>
              <a:avLst/>
              <a:gdLst>
                <a:gd name="connsiteX0" fmla="*/ 0 w 4715272"/>
                <a:gd name="connsiteY0" fmla="*/ 1800114 h 2076147"/>
                <a:gd name="connsiteX1" fmla="*/ 4715272 w 4715272"/>
                <a:gd name="connsiteY1" fmla="*/ 0 h 2076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15272" h="2076147">
                  <a:moveTo>
                    <a:pt x="0" y="1800114"/>
                  </a:moveTo>
                  <a:cubicBezTo>
                    <a:pt x="0" y="1800114"/>
                    <a:pt x="3174177" y="3116458"/>
                    <a:pt x="4715272" y="0"/>
                  </a:cubicBezTo>
                </a:path>
              </a:pathLst>
            </a:custGeom>
            <a:noFill/>
            <a:ln w="19139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2" name="Graphic 7">
            <a:extLst>
              <a:ext uri="{FF2B5EF4-FFF2-40B4-BE49-F238E27FC236}">
                <a16:creationId xmlns:a16="http://schemas.microsoft.com/office/drawing/2014/main" id="{15FE798B-B07A-9356-11C9-1AF4ACADB55A}"/>
              </a:ext>
            </a:extLst>
          </p:cNvPr>
          <p:cNvSpPr/>
          <p:nvPr userDrawn="1"/>
        </p:nvSpPr>
        <p:spPr>
          <a:xfrm>
            <a:off x="11460937" y="1755606"/>
            <a:ext cx="752986" cy="2682462"/>
          </a:xfrm>
          <a:custGeom>
            <a:avLst/>
            <a:gdLst>
              <a:gd name="connsiteX0" fmla="*/ 752987 w 752986"/>
              <a:gd name="connsiteY0" fmla="*/ 2682463 h 2682462"/>
              <a:gd name="connsiteX1" fmla="*/ 625 w 752986"/>
              <a:gd name="connsiteY1" fmla="*/ 901972 h 2682462"/>
              <a:gd name="connsiteX2" fmla="*/ 748009 w 752986"/>
              <a:gd name="connsiteY2" fmla="*/ 0 h 2682462"/>
              <a:gd name="connsiteX3" fmla="*/ 752987 w 752986"/>
              <a:gd name="connsiteY3" fmla="*/ 2682463 h 2682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2986" h="2682462">
                <a:moveTo>
                  <a:pt x="752987" y="2682463"/>
                </a:moveTo>
                <a:cubicBezTo>
                  <a:pt x="752987" y="2682463"/>
                  <a:pt x="-25123" y="2173327"/>
                  <a:pt x="625" y="901972"/>
                </a:cubicBezTo>
                <a:cubicBezTo>
                  <a:pt x="9240" y="403748"/>
                  <a:pt x="748009" y="0"/>
                  <a:pt x="748009" y="0"/>
                </a:cubicBezTo>
                <a:lnTo>
                  <a:pt x="752987" y="2682463"/>
                </a:lnTo>
                <a:close/>
              </a:path>
            </a:pathLst>
          </a:custGeom>
          <a:solidFill>
            <a:schemeClr val="accent4"/>
          </a:solidFill>
          <a:ln w="957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3" name="Graphic 7">
            <a:extLst>
              <a:ext uri="{FF2B5EF4-FFF2-40B4-BE49-F238E27FC236}">
                <a16:creationId xmlns:a16="http://schemas.microsoft.com/office/drawing/2014/main" id="{AE062949-6371-6C09-7A05-F509580A9EC2}"/>
              </a:ext>
            </a:extLst>
          </p:cNvPr>
          <p:cNvGrpSpPr/>
          <p:nvPr userDrawn="1"/>
        </p:nvGrpSpPr>
        <p:grpSpPr>
          <a:xfrm>
            <a:off x="11303531" y="1529534"/>
            <a:ext cx="891530" cy="3371125"/>
            <a:chOff x="11303531" y="1529534"/>
            <a:chExt cx="891530" cy="3371125"/>
          </a:xfrm>
          <a:solidFill>
            <a:schemeClr val="tx2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B69E099-BBB8-4A85-B331-2FACDE18B0C6}"/>
                </a:ext>
              </a:extLst>
            </p:cNvPr>
            <p:cNvSpPr/>
            <p:nvPr/>
          </p:nvSpPr>
          <p:spPr>
            <a:xfrm>
              <a:off x="11303531" y="1834922"/>
              <a:ext cx="871241" cy="3065737"/>
            </a:xfrm>
            <a:custGeom>
              <a:avLst/>
              <a:gdLst>
                <a:gd name="connsiteX0" fmla="*/ 848936 w 871241"/>
                <a:gd name="connsiteY0" fmla="*/ 802 h 3065737"/>
                <a:gd name="connsiteX1" fmla="*/ 315679 w 871241"/>
                <a:gd name="connsiteY1" fmla="*/ 412878 h 3065737"/>
                <a:gd name="connsiteX2" fmla="*/ 42685 w 871241"/>
                <a:gd name="connsiteY2" fmla="*/ 1128578 h 3065737"/>
                <a:gd name="connsiteX3" fmla="*/ 23062 w 871241"/>
                <a:gd name="connsiteY3" fmla="*/ 1928415 h 3065737"/>
                <a:gd name="connsiteX4" fmla="*/ 281124 w 871241"/>
                <a:gd name="connsiteY4" fmla="*/ 2607742 h 3065737"/>
                <a:gd name="connsiteX5" fmla="*/ 778390 w 871241"/>
                <a:gd name="connsiteY5" fmla="*/ 3034080 h 3065737"/>
                <a:gd name="connsiteX6" fmla="*/ 853818 w 871241"/>
                <a:gd name="connsiteY6" fmla="*/ 3064806 h 3065737"/>
                <a:gd name="connsiteX7" fmla="*/ 861476 w 871241"/>
                <a:gd name="connsiteY7" fmla="*/ 3037143 h 3065737"/>
                <a:gd name="connsiteX8" fmla="*/ 348702 w 871241"/>
                <a:gd name="connsiteY8" fmla="*/ 2651581 h 3065737"/>
                <a:gd name="connsiteX9" fmla="*/ 67284 w 871241"/>
                <a:gd name="connsiteY9" fmla="*/ 2015808 h 3065737"/>
                <a:gd name="connsiteX10" fmla="*/ 55415 w 871241"/>
                <a:gd name="connsiteY10" fmla="*/ 1233295 h 3065737"/>
                <a:gd name="connsiteX11" fmla="*/ 291366 w 871241"/>
                <a:gd name="connsiteY11" fmla="*/ 502663 h 3065737"/>
                <a:gd name="connsiteX12" fmla="*/ 778677 w 871241"/>
                <a:gd name="connsiteY12" fmla="*/ 58043 h 3065737"/>
                <a:gd name="connsiteX13" fmla="*/ 856594 w 871241"/>
                <a:gd name="connsiteY13" fmla="*/ 28465 h 3065737"/>
                <a:gd name="connsiteX14" fmla="*/ 848936 w 871241"/>
                <a:gd name="connsiteY14" fmla="*/ 802 h 3065737"/>
                <a:gd name="connsiteX15" fmla="*/ 848936 w 871241"/>
                <a:gd name="connsiteY15" fmla="*/ 802 h 306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71241" h="3065737">
                  <a:moveTo>
                    <a:pt x="848936" y="802"/>
                  </a:moveTo>
                  <a:cubicBezTo>
                    <a:pt x="630024" y="72592"/>
                    <a:pt x="447198" y="226128"/>
                    <a:pt x="315679" y="412878"/>
                  </a:cubicBezTo>
                  <a:cubicBezTo>
                    <a:pt x="166929" y="624036"/>
                    <a:pt x="86333" y="876068"/>
                    <a:pt x="42685" y="1128578"/>
                  </a:cubicBezTo>
                  <a:cubicBezTo>
                    <a:pt x="-2782" y="1391904"/>
                    <a:pt x="-15992" y="1663462"/>
                    <a:pt x="23062" y="1928415"/>
                  </a:cubicBezTo>
                  <a:cubicBezTo>
                    <a:pt x="58670" y="2170300"/>
                    <a:pt x="141276" y="2405964"/>
                    <a:pt x="281124" y="2607742"/>
                  </a:cubicBezTo>
                  <a:cubicBezTo>
                    <a:pt x="406805" y="2789036"/>
                    <a:pt x="576229" y="2942954"/>
                    <a:pt x="778390" y="3034080"/>
                  </a:cubicBezTo>
                  <a:cubicBezTo>
                    <a:pt x="803181" y="3045183"/>
                    <a:pt x="828260" y="3055425"/>
                    <a:pt x="853818" y="3064806"/>
                  </a:cubicBezTo>
                  <a:cubicBezTo>
                    <a:pt x="871238" y="3071123"/>
                    <a:pt x="878705" y="3043460"/>
                    <a:pt x="861476" y="3037143"/>
                  </a:cubicBezTo>
                  <a:cubicBezTo>
                    <a:pt x="656922" y="2962481"/>
                    <a:pt x="481657" y="2822634"/>
                    <a:pt x="348702" y="2651581"/>
                  </a:cubicBezTo>
                  <a:cubicBezTo>
                    <a:pt x="204452" y="2465884"/>
                    <a:pt x="113135" y="2245537"/>
                    <a:pt x="67284" y="2015808"/>
                  </a:cubicBezTo>
                  <a:cubicBezTo>
                    <a:pt x="15978" y="1758703"/>
                    <a:pt x="19712" y="1492218"/>
                    <a:pt x="55415" y="1233295"/>
                  </a:cubicBezTo>
                  <a:cubicBezTo>
                    <a:pt x="90449" y="978967"/>
                    <a:pt x="157645" y="724160"/>
                    <a:pt x="291366" y="502663"/>
                  </a:cubicBezTo>
                  <a:cubicBezTo>
                    <a:pt x="406421" y="312180"/>
                    <a:pt x="573261" y="148020"/>
                    <a:pt x="778677" y="58043"/>
                  </a:cubicBezTo>
                  <a:cubicBezTo>
                    <a:pt x="804138" y="46844"/>
                    <a:pt x="830175" y="37176"/>
                    <a:pt x="856594" y="28465"/>
                  </a:cubicBezTo>
                  <a:cubicBezTo>
                    <a:pt x="874014" y="22722"/>
                    <a:pt x="866548" y="-5037"/>
                    <a:pt x="848936" y="802"/>
                  </a:cubicBezTo>
                  <a:lnTo>
                    <a:pt x="848936" y="802"/>
                  </a:lnTo>
                  <a:close/>
                </a:path>
              </a:pathLst>
            </a:custGeom>
            <a:grpFill/>
            <a:ln w="95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C51F741-9F87-C5C4-2423-D294F09CE0E1}"/>
                </a:ext>
              </a:extLst>
            </p:cNvPr>
            <p:cNvSpPr/>
            <p:nvPr/>
          </p:nvSpPr>
          <p:spPr>
            <a:xfrm>
              <a:off x="11617593" y="1529534"/>
              <a:ext cx="577468" cy="2048267"/>
            </a:xfrm>
            <a:custGeom>
              <a:avLst/>
              <a:gdLst>
                <a:gd name="connsiteX0" fmla="*/ 555454 w 577468"/>
                <a:gd name="connsiteY0" fmla="*/ 1322 h 2048267"/>
                <a:gd name="connsiteX1" fmla="*/ 219189 w 577468"/>
                <a:gd name="connsiteY1" fmla="*/ 274699 h 2048267"/>
                <a:gd name="connsiteX2" fmla="*/ 35215 w 577468"/>
                <a:gd name="connsiteY2" fmla="*/ 678064 h 2048267"/>
                <a:gd name="connsiteX3" fmla="*/ 10806 w 577468"/>
                <a:gd name="connsiteY3" fmla="*/ 1151591 h 2048267"/>
                <a:gd name="connsiteX4" fmla="*/ 162235 w 577468"/>
                <a:gd name="connsiteY4" fmla="*/ 1649432 h 2048267"/>
                <a:gd name="connsiteX5" fmla="*/ 300647 w 577468"/>
                <a:gd name="connsiteY5" fmla="*/ 1872269 h 2048267"/>
                <a:gd name="connsiteX6" fmla="*/ 485196 w 577468"/>
                <a:gd name="connsiteY6" fmla="*/ 2040545 h 2048267"/>
                <a:gd name="connsiteX7" fmla="*/ 543201 w 577468"/>
                <a:gd name="connsiteY7" fmla="*/ 2047915 h 2048267"/>
                <a:gd name="connsiteX8" fmla="*/ 543201 w 577468"/>
                <a:gd name="connsiteY8" fmla="*/ 2019199 h 2048267"/>
                <a:gd name="connsiteX9" fmla="*/ 350229 w 577468"/>
                <a:gd name="connsiteY9" fmla="*/ 1889690 h 2048267"/>
                <a:gd name="connsiteX10" fmla="*/ 209329 w 577468"/>
                <a:gd name="connsiteY10" fmla="*/ 1677574 h 2048267"/>
                <a:gd name="connsiteX11" fmla="*/ 45935 w 577468"/>
                <a:gd name="connsiteY11" fmla="*/ 1197441 h 2048267"/>
                <a:gd name="connsiteX12" fmla="*/ 52444 w 577468"/>
                <a:gd name="connsiteY12" fmla="*/ 732911 h 2048267"/>
                <a:gd name="connsiteX13" fmla="*/ 214019 w 577468"/>
                <a:gd name="connsiteY13" fmla="*/ 332035 h 2048267"/>
                <a:gd name="connsiteX14" fmla="*/ 520899 w 577468"/>
                <a:gd name="connsiteY14" fmla="*/ 49278 h 2048267"/>
                <a:gd name="connsiteX15" fmla="*/ 569812 w 577468"/>
                <a:gd name="connsiteY15" fmla="*/ 26113 h 2048267"/>
                <a:gd name="connsiteX16" fmla="*/ 555454 w 577468"/>
                <a:gd name="connsiteY16" fmla="*/ 1322 h 2048267"/>
                <a:gd name="connsiteX17" fmla="*/ 555454 w 577468"/>
                <a:gd name="connsiteY17" fmla="*/ 1322 h 2048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7468" h="2048267">
                  <a:moveTo>
                    <a:pt x="555454" y="1322"/>
                  </a:moveTo>
                  <a:cubicBezTo>
                    <a:pt x="420297" y="59615"/>
                    <a:pt x="306390" y="156867"/>
                    <a:pt x="219189" y="274699"/>
                  </a:cubicBezTo>
                  <a:cubicBezTo>
                    <a:pt x="130743" y="394253"/>
                    <a:pt x="70152" y="533909"/>
                    <a:pt x="35215" y="678064"/>
                  </a:cubicBezTo>
                  <a:cubicBezTo>
                    <a:pt x="-2308" y="833035"/>
                    <a:pt x="-8817" y="993557"/>
                    <a:pt x="10806" y="1151591"/>
                  </a:cubicBezTo>
                  <a:cubicBezTo>
                    <a:pt x="32247" y="1324749"/>
                    <a:pt x="83649" y="1493600"/>
                    <a:pt x="162235" y="1649432"/>
                  </a:cubicBezTo>
                  <a:cubicBezTo>
                    <a:pt x="201672" y="1727635"/>
                    <a:pt x="248001" y="1802297"/>
                    <a:pt x="300647" y="1872269"/>
                  </a:cubicBezTo>
                  <a:cubicBezTo>
                    <a:pt x="349368" y="1936975"/>
                    <a:pt x="405268" y="2013647"/>
                    <a:pt x="485196" y="2040545"/>
                  </a:cubicBezTo>
                  <a:cubicBezTo>
                    <a:pt x="503765" y="2046767"/>
                    <a:pt x="523674" y="2049255"/>
                    <a:pt x="543201" y="2047915"/>
                  </a:cubicBezTo>
                  <a:cubicBezTo>
                    <a:pt x="561484" y="2046575"/>
                    <a:pt x="561676" y="2017859"/>
                    <a:pt x="543201" y="2019199"/>
                  </a:cubicBezTo>
                  <a:cubicBezTo>
                    <a:pt x="459255" y="2025134"/>
                    <a:pt x="397420" y="1948558"/>
                    <a:pt x="350229" y="1889690"/>
                  </a:cubicBezTo>
                  <a:cubicBezTo>
                    <a:pt x="297009" y="1823451"/>
                    <a:pt x="250010" y="1752140"/>
                    <a:pt x="209329" y="1677574"/>
                  </a:cubicBezTo>
                  <a:cubicBezTo>
                    <a:pt x="127967" y="1528442"/>
                    <a:pt x="72545" y="1365239"/>
                    <a:pt x="45935" y="1197441"/>
                  </a:cubicBezTo>
                  <a:cubicBezTo>
                    <a:pt x="21526" y="1043715"/>
                    <a:pt x="21718" y="885681"/>
                    <a:pt x="52444" y="732911"/>
                  </a:cubicBezTo>
                  <a:cubicBezTo>
                    <a:pt x="80968" y="590862"/>
                    <a:pt x="134093" y="453121"/>
                    <a:pt x="214019" y="332035"/>
                  </a:cubicBezTo>
                  <a:cubicBezTo>
                    <a:pt x="291553" y="214586"/>
                    <a:pt x="395506" y="114272"/>
                    <a:pt x="520899" y="49278"/>
                  </a:cubicBezTo>
                  <a:cubicBezTo>
                    <a:pt x="536884" y="40950"/>
                    <a:pt x="553252" y="33292"/>
                    <a:pt x="569812" y="26113"/>
                  </a:cubicBezTo>
                  <a:cubicBezTo>
                    <a:pt x="586946" y="18839"/>
                    <a:pt x="572301" y="-5953"/>
                    <a:pt x="555454" y="1322"/>
                  </a:cubicBezTo>
                  <a:lnTo>
                    <a:pt x="555454" y="1322"/>
                  </a:lnTo>
                  <a:close/>
                </a:path>
              </a:pathLst>
            </a:custGeom>
            <a:grpFill/>
            <a:ln w="95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6" name="Graphic 7">
            <a:extLst>
              <a:ext uri="{FF2B5EF4-FFF2-40B4-BE49-F238E27FC236}">
                <a16:creationId xmlns:a16="http://schemas.microsoft.com/office/drawing/2014/main" id="{A1100962-A3A2-58D4-105B-69DCE4746BDE}"/>
              </a:ext>
            </a:extLst>
          </p:cNvPr>
          <p:cNvSpPr/>
          <p:nvPr userDrawn="1"/>
        </p:nvSpPr>
        <p:spPr>
          <a:xfrm>
            <a:off x="9372489" y="-34996"/>
            <a:ext cx="2747434" cy="6923632"/>
          </a:xfrm>
          <a:custGeom>
            <a:avLst/>
            <a:gdLst>
              <a:gd name="connsiteX0" fmla="*/ 2534956 w 2747434"/>
              <a:gd name="connsiteY0" fmla="*/ 0 h 6923632"/>
              <a:gd name="connsiteX1" fmla="*/ 2706775 w 2747434"/>
              <a:gd name="connsiteY1" fmla="*/ 979313 h 6923632"/>
              <a:gd name="connsiteX2" fmla="*/ 1358077 w 2747434"/>
              <a:gd name="connsiteY2" fmla="*/ 1924263 h 6923632"/>
              <a:gd name="connsiteX3" fmla="*/ 9379 w 2747434"/>
              <a:gd name="connsiteY3" fmla="*/ 3479046 h 6923632"/>
              <a:gd name="connsiteX4" fmla="*/ 473239 w 2747434"/>
              <a:gd name="connsiteY4" fmla="*/ 5162669 h 6923632"/>
              <a:gd name="connsiteX5" fmla="*/ 791030 w 2747434"/>
              <a:gd name="connsiteY5" fmla="*/ 6923633 h 6923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47434" h="6923632">
                <a:moveTo>
                  <a:pt x="2534956" y="0"/>
                </a:moveTo>
                <a:cubicBezTo>
                  <a:pt x="2560706" y="51497"/>
                  <a:pt x="2852748" y="661427"/>
                  <a:pt x="2706775" y="979313"/>
                </a:cubicBezTo>
                <a:cubicBezTo>
                  <a:pt x="2560802" y="1297200"/>
                  <a:pt x="1736076" y="1743831"/>
                  <a:pt x="1358077" y="1924263"/>
                </a:cubicBezTo>
                <a:cubicBezTo>
                  <a:pt x="980078" y="2104696"/>
                  <a:pt x="95336" y="2723144"/>
                  <a:pt x="9379" y="3479046"/>
                </a:cubicBezTo>
                <a:cubicBezTo>
                  <a:pt x="-76577" y="4234949"/>
                  <a:pt x="456105" y="4750402"/>
                  <a:pt x="473239" y="5162669"/>
                </a:cubicBezTo>
                <a:cubicBezTo>
                  <a:pt x="490373" y="5575032"/>
                  <a:pt x="456105" y="6605842"/>
                  <a:pt x="791030" y="6923633"/>
                </a:cubicBezTo>
              </a:path>
            </a:pathLst>
          </a:custGeom>
          <a:noFill/>
          <a:ln w="15915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24D4796F-00BD-512A-828E-E77C244A7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948" y="1939924"/>
            <a:ext cx="10969451" cy="423893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2pPr>
            <a:lvl3pPr marL="9144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3pPr>
            <a:lvl4pPr marL="13716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Title Placeholder 1">
            <a:extLst>
              <a:ext uri="{FF2B5EF4-FFF2-40B4-BE49-F238E27FC236}">
                <a16:creationId xmlns:a16="http://schemas.microsoft.com/office/drawing/2014/main" id="{3F01F5C5-0EA0-CA69-CA7E-732760EBA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7" y="525782"/>
            <a:ext cx="109696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Date Placeholder 6">
            <a:extLst>
              <a:ext uri="{FF2B5EF4-FFF2-40B4-BE49-F238E27FC236}">
                <a16:creationId xmlns:a16="http://schemas.microsoft.com/office/drawing/2014/main" id="{75985070-CC24-B0CE-8C07-E63EFA4B3D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777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fld id="{CA2C1983-85E7-45E2-ABAC-BABAC97AF800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16" name="Footer Placeholder 7">
            <a:extLst>
              <a:ext uri="{FF2B5EF4-FFF2-40B4-BE49-F238E27FC236}">
                <a16:creationId xmlns:a16="http://schemas.microsoft.com/office/drawing/2014/main" id="{91344BDC-4291-96E6-0BC9-6E4DB37F98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479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Slide Number Placeholder 8">
            <a:extLst>
              <a:ext uri="{FF2B5EF4-FFF2-40B4-BE49-F238E27FC236}">
                <a16:creationId xmlns:a16="http://schemas.microsoft.com/office/drawing/2014/main" id="{60238D3D-3306-4CC2-7B18-EF2F28226A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9519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8BD59DC-69E4-745B-78C1-541CB9D64404}"/>
              </a:ext>
            </a:extLst>
          </p:cNvPr>
          <p:cNvSpPr/>
          <p:nvPr userDrawn="1"/>
        </p:nvSpPr>
        <p:spPr>
          <a:xfrm flipH="1">
            <a:off x="-32272" y="5017553"/>
            <a:ext cx="3004071" cy="1860519"/>
          </a:xfrm>
          <a:custGeom>
            <a:avLst/>
            <a:gdLst>
              <a:gd name="connsiteX0" fmla="*/ 204496 w 4737681"/>
              <a:gd name="connsiteY0" fmla="*/ 2934200 h 2934200"/>
              <a:gd name="connsiteX1" fmla="*/ 231266 w 4737681"/>
              <a:gd name="connsiteY1" fmla="*/ 1993755 h 2934200"/>
              <a:gd name="connsiteX2" fmla="*/ 1361937 w 4737681"/>
              <a:gd name="connsiteY2" fmla="*/ 1973986 h 2934200"/>
              <a:gd name="connsiteX3" fmla="*/ 2886778 w 4737681"/>
              <a:gd name="connsiteY3" fmla="*/ 1240321 h 2934200"/>
              <a:gd name="connsiteX4" fmla="*/ 3329663 w 4737681"/>
              <a:gd name="connsiteY4" fmla="*/ 490671 h 2934200"/>
              <a:gd name="connsiteX5" fmla="*/ 4737682 w 4737681"/>
              <a:gd name="connsiteY5" fmla="*/ 1151 h 2934200"/>
              <a:gd name="connsiteX6" fmla="*/ 4737682 w 4737681"/>
              <a:gd name="connsiteY6" fmla="*/ 2934200 h 2934200"/>
              <a:gd name="connsiteX7" fmla="*/ 204496 w 4737681"/>
              <a:gd name="connsiteY7" fmla="*/ 2934200 h 2934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37681" h="2934200">
                <a:moveTo>
                  <a:pt x="204496" y="2934200"/>
                </a:moveTo>
                <a:cubicBezTo>
                  <a:pt x="-82499" y="2725906"/>
                  <a:pt x="-61784" y="2193441"/>
                  <a:pt x="231266" y="1993755"/>
                </a:cubicBezTo>
                <a:cubicBezTo>
                  <a:pt x="550802" y="1776096"/>
                  <a:pt x="976943" y="1938040"/>
                  <a:pt x="1361937" y="1973986"/>
                </a:cubicBezTo>
                <a:cubicBezTo>
                  <a:pt x="1952009" y="2029039"/>
                  <a:pt x="2561567" y="1735800"/>
                  <a:pt x="2886778" y="1240321"/>
                </a:cubicBezTo>
                <a:cubicBezTo>
                  <a:pt x="3046357" y="997217"/>
                  <a:pt x="3141234" y="712113"/>
                  <a:pt x="3329663" y="490671"/>
                </a:cubicBezTo>
                <a:cubicBezTo>
                  <a:pt x="3655253" y="108042"/>
                  <a:pt x="4235487" y="-13416"/>
                  <a:pt x="4737682" y="1151"/>
                </a:cubicBezTo>
                <a:lnTo>
                  <a:pt x="4737682" y="2934200"/>
                </a:lnTo>
                <a:lnTo>
                  <a:pt x="204496" y="2934200"/>
                </a:lnTo>
                <a:close/>
              </a:path>
            </a:pathLst>
          </a:custGeom>
          <a:solidFill>
            <a:schemeClr val="accent4"/>
          </a:solidFill>
          <a:ln w="9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Graphic 12">
            <a:extLst>
              <a:ext uri="{FF2B5EF4-FFF2-40B4-BE49-F238E27FC236}">
                <a16:creationId xmlns:a16="http://schemas.microsoft.com/office/drawing/2014/main" id="{2FF8D347-2BAE-2F17-585E-9C3E3522949F}"/>
              </a:ext>
            </a:extLst>
          </p:cNvPr>
          <p:cNvSpPr/>
          <p:nvPr userDrawn="1"/>
        </p:nvSpPr>
        <p:spPr>
          <a:xfrm>
            <a:off x="11477286" y="1800603"/>
            <a:ext cx="745147" cy="2654538"/>
          </a:xfrm>
          <a:custGeom>
            <a:avLst/>
            <a:gdLst>
              <a:gd name="connsiteX0" fmla="*/ 745148 w 745147"/>
              <a:gd name="connsiteY0" fmla="*/ 2654539 h 2654538"/>
              <a:gd name="connsiteX1" fmla="*/ 619 w 745147"/>
              <a:gd name="connsiteY1" fmla="*/ 892582 h 2654538"/>
              <a:gd name="connsiteX2" fmla="*/ 740222 w 745147"/>
              <a:gd name="connsiteY2" fmla="*/ 0 h 2654538"/>
              <a:gd name="connsiteX3" fmla="*/ 745148 w 745147"/>
              <a:gd name="connsiteY3" fmla="*/ 2654539 h 2654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5147" h="2654538">
                <a:moveTo>
                  <a:pt x="745148" y="2654539"/>
                </a:moveTo>
                <a:cubicBezTo>
                  <a:pt x="745148" y="2654539"/>
                  <a:pt x="-24862" y="2150703"/>
                  <a:pt x="619" y="892582"/>
                </a:cubicBezTo>
                <a:cubicBezTo>
                  <a:pt x="9144" y="399545"/>
                  <a:pt x="740222" y="0"/>
                  <a:pt x="740222" y="0"/>
                </a:cubicBezTo>
                <a:lnTo>
                  <a:pt x="745148" y="2654539"/>
                </a:lnTo>
                <a:close/>
              </a:path>
            </a:pathLst>
          </a:custGeom>
          <a:solidFill>
            <a:schemeClr val="accent4"/>
          </a:solidFill>
          <a:ln w="94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Graphic 12">
            <a:extLst>
              <a:ext uri="{FF2B5EF4-FFF2-40B4-BE49-F238E27FC236}">
                <a16:creationId xmlns:a16="http://schemas.microsoft.com/office/drawing/2014/main" id="{A95F14EF-7090-8874-F709-C215E7BC28B2}"/>
              </a:ext>
            </a:extLst>
          </p:cNvPr>
          <p:cNvSpPr/>
          <p:nvPr userDrawn="1"/>
        </p:nvSpPr>
        <p:spPr>
          <a:xfrm>
            <a:off x="8990481" y="3504"/>
            <a:ext cx="2718721" cy="6851558"/>
          </a:xfrm>
          <a:custGeom>
            <a:avLst/>
            <a:gdLst>
              <a:gd name="connsiteX0" fmla="*/ 2508456 w 2718721"/>
              <a:gd name="connsiteY0" fmla="*/ 0 h 6851558"/>
              <a:gd name="connsiteX1" fmla="*/ 2678485 w 2718721"/>
              <a:gd name="connsiteY1" fmla="*/ 969119 h 6851558"/>
              <a:gd name="connsiteX2" fmla="*/ 1343827 w 2718721"/>
              <a:gd name="connsiteY2" fmla="*/ 1904232 h 6851558"/>
              <a:gd name="connsiteX3" fmla="*/ 9264 w 2718721"/>
              <a:gd name="connsiteY3" fmla="*/ 3442830 h 6851558"/>
              <a:gd name="connsiteX4" fmla="*/ 468295 w 2718721"/>
              <a:gd name="connsiteY4" fmla="*/ 5108926 h 6851558"/>
              <a:gd name="connsiteX5" fmla="*/ 782778 w 2718721"/>
              <a:gd name="connsiteY5" fmla="*/ 6851559 h 6851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18721" h="6851558">
                <a:moveTo>
                  <a:pt x="2508456" y="0"/>
                </a:moveTo>
                <a:cubicBezTo>
                  <a:pt x="2533936" y="50961"/>
                  <a:pt x="2822939" y="654541"/>
                  <a:pt x="2678485" y="969119"/>
                </a:cubicBezTo>
                <a:cubicBezTo>
                  <a:pt x="2533936" y="1283602"/>
                  <a:pt x="1717891" y="1725677"/>
                  <a:pt x="1343827" y="1904232"/>
                </a:cubicBezTo>
                <a:cubicBezTo>
                  <a:pt x="969763" y="2082786"/>
                  <a:pt x="94231" y="2694702"/>
                  <a:pt x="9264" y="3442830"/>
                </a:cubicBezTo>
                <a:cubicBezTo>
                  <a:pt x="-75703" y="4190958"/>
                  <a:pt x="451340" y="4700951"/>
                  <a:pt x="468295" y="5108926"/>
                </a:cubicBezTo>
                <a:cubicBezTo>
                  <a:pt x="485251" y="5516996"/>
                  <a:pt x="451340" y="6537076"/>
                  <a:pt x="782778" y="6851559"/>
                </a:cubicBezTo>
              </a:path>
            </a:pathLst>
          </a:custGeom>
          <a:noFill/>
          <a:ln w="15722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6" name="Graphic 12">
            <a:extLst>
              <a:ext uri="{FF2B5EF4-FFF2-40B4-BE49-F238E27FC236}">
                <a16:creationId xmlns:a16="http://schemas.microsoft.com/office/drawing/2014/main" id="{578928FD-F741-0617-FE1A-2991CFD6BDD2}"/>
              </a:ext>
            </a:extLst>
          </p:cNvPr>
          <p:cNvGrpSpPr/>
          <p:nvPr userDrawn="1"/>
        </p:nvGrpSpPr>
        <p:grpSpPr>
          <a:xfrm>
            <a:off x="11359223" y="1576884"/>
            <a:ext cx="882282" cy="3336032"/>
            <a:chOff x="11308423" y="1576884"/>
            <a:chExt cx="882282" cy="3336032"/>
          </a:xfrm>
          <a:solidFill>
            <a:schemeClr val="tx2"/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40D1F89-9D7E-77F7-41C8-D88F80AAB72E}"/>
                </a:ext>
              </a:extLst>
            </p:cNvPr>
            <p:cNvSpPr/>
            <p:nvPr/>
          </p:nvSpPr>
          <p:spPr>
            <a:xfrm>
              <a:off x="11308423" y="1879115"/>
              <a:ext cx="862171" cy="3033800"/>
            </a:xfrm>
            <a:custGeom>
              <a:avLst/>
              <a:gdLst>
                <a:gd name="connsiteX0" fmla="*/ 840099 w 862171"/>
                <a:gd name="connsiteY0" fmla="*/ 772 h 3033800"/>
                <a:gd name="connsiteX1" fmla="*/ 312393 w 862171"/>
                <a:gd name="connsiteY1" fmla="*/ 408558 h 3033800"/>
                <a:gd name="connsiteX2" fmla="*/ 42240 w 862171"/>
                <a:gd name="connsiteY2" fmla="*/ 1116807 h 3033800"/>
                <a:gd name="connsiteX3" fmla="*/ 22822 w 862171"/>
                <a:gd name="connsiteY3" fmla="*/ 1908319 h 3033800"/>
                <a:gd name="connsiteX4" fmla="*/ 278197 w 862171"/>
                <a:gd name="connsiteY4" fmla="*/ 2580574 h 3033800"/>
                <a:gd name="connsiteX5" fmla="*/ 770287 w 862171"/>
                <a:gd name="connsiteY5" fmla="*/ 3002473 h 3033800"/>
                <a:gd name="connsiteX6" fmla="*/ 844930 w 862171"/>
                <a:gd name="connsiteY6" fmla="*/ 3032879 h 3033800"/>
                <a:gd name="connsiteX7" fmla="*/ 852507 w 862171"/>
                <a:gd name="connsiteY7" fmla="*/ 3005504 h 3033800"/>
                <a:gd name="connsiteX8" fmla="*/ 345072 w 862171"/>
                <a:gd name="connsiteY8" fmla="*/ 2623957 h 3033800"/>
                <a:gd name="connsiteX9" fmla="*/ 66584 w 862171"/>
                <a:gd name="connsiteY9" fmla="*/ 1994802 h 3033800"/>
                <a:gd name="connsiteX10" fmla="*/ 54839 w 862171"/>
                <a:gd name="connsiteY10" fmla="*/ 1220435 h 3033800"/>
                <a:gd name="connsiteX11" fmla="*/ 288333 w 862171"/>
                <a:gd name="connsiteY11" fmla="*/ 497409 h 3033800"/>
                <a:gd name="connsiteX12" fmla="*/ 770571 w 862171"/>
                <a:gd name="connsiteY12" fmla="*/ 57417 h 3033800"/>
                <a:gd name="connsiteX13" fmla="*/ 847676 w 862171"/>
                <a:gd name="connsiteY13" fmla="*/ 28147 h 3033800"/>
                <a:gd name="connsiteX14" fmla="*/ 840099 w 862171"/>
                <a:gd name="connsiteY14" fmla="*/ 772 h 3033800"/>
                <a:gd name="connsiteX15" fmla="*/ 840099 w 862171"/>
                <a:gd name="connsiteY15" fmla="*/ 772 h 303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62171" h="3033800">
                  <a:moveTo>
                    <a:pt x="840099" y="772"/>
                  </a:moveTo>
                  <a:cubicBezTo>
                    <a:pt x="623465" y="71815"/>
                    <a:pt x="442543" y="223752"/>
                    <a:pt x="312393" y="408558"/>
                  </a:cubicBezTo>
                  <a:cubicBezTo>
                    <a:pt x="165192" y="617518"/>
                    <a:pt x="85434" y="866926"/>
                    <a:pt x="42240" y="1116807"/>
                  </a:cubicBezTo>
                  <a:cubicBezTo>
                    <a:pt x="-2754" y="1377392"/>
                    <a:pt x="-15825" y="1646124"/>
                    <a:pt x="22822" y="1908319"/>
                  </a:cubicBezTo>
                  <a:cubicBezTo>
                    <a:pt x="58059" y="2147686"/>
                    <a:pt x="139806" y="2380896"/>
                    <a:pt x="278197" y="2580574"/>
                  </a:cubicBezTo>
                  <a:cubicBezTo>
                    <a:pt x="402570" y="2759980"/>
                    <a:pt x="570231" y="2912296"/>
                    <a:pt x="770287" y="3002473"/>
                  </a:cubicBezTo>
                  <a:cubicBezTo>
                    <a:pt x="794821" y="3013461"/>
                    <a:pt x="819638" y="3023597"/>
                    <a:pt x="844930" y="3032879"/>
                  </a:cubicBezTo>
                  <a:cubicBezTo>
                    <a:pt x="862169" y="3039131"/>
                    <a:pt x="869558" y="3011756"/>
                    <a:pt x="852507" y="3005504"/>
                  </a:cubicBezTo>
                  <a:cubicBezTo>
                    <a:pt x="650083" y="2931620"/>
                    <a:pt x="476644" y="2793228"/>
                    <a:pt x="345072" y="2623957"/>
                  </a:cubicBezTo>
                  <a:cubicBezTo>
                    <a:pt x="202323" y="2440193"/>
                    <a:pt x="111957" y="2222139"/>
                    <a:pt x="66584" y="1994802"/>
                  </a:cubicBezTo>
                  <a:cubicBezTo>
                    <a:pt x="15813" y="1740374"/>
                    <a:pt x="19507" y="1476663"/>
                    <a:pt x="54839" y="1220435"/>
                  </a:cubicBezTo>
                  <a:cubicBezTo>
                    <a:pt x="89508" y="968754"/>
                    <a:pt x="156004" y="716599"/>
                    <a:pt x="288333" y="497409"/>
                  </a:cubicBezTo>
                  <a:cubicBezTo>
                    <a:pt x="402191" y="308908"/>
                    <a:pt x="567294" y="146457"/>
                    <a:pt x="770571" y="57417"/>
                  </a:cubicBezTo>
                  <a:cubicBezTo>
                    <a:pt x="795768" y="46334"/>
                    <a:pt x="821533" y="36767"/>
                    <a:pt x="847676" y="28147"/>
                  </a:cubicBezTo>
                  <a:cubicBezTo>
                    <a:pt x="864916" y="22464"/>
                    <a:pt x="857528" y="-4912"/>
                    <a:pt x="840099" y="772"/>
                  </a:cubicBezTo>
                  <a:lnTo>
                    <a:pt x="840099" y="772"/>
                  </a:lnTo>
                  <a:close/>
                </a:path>
              </a:pathLst>
            </a:custGeom>
            <a:grpFill/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14B8830-003C-F048-C599-D888F0BEAEA7}"/>
                </a:ext>
              </a:extLst>
            </p:cNvPr>
            <p:cNvSpPr/>
            <p:nvPr/>
          </p:nvSpPr>
          <p:spPr>
            <a:xfrm>
              <a:off x="11619310" y="1576884"/>
              <a:ext cx="571395" cy="2026945"/>
            </a:xfrm>
            <a:custGeom>
              <a:avLst/>
              <a:gdLst>
                <a:gd name="connsiteX0" fmla="*/ 549671 w 571395"/>
                <a:gd name="connsiteY0" fmla="*/ 1308 h 2026945"/>
                <a:gd name="connsiteX1" fmla="*/ 216907 w 571395"/>
                <a:gd name="connsiteY1" fmla="*/ 271839 h 2026945"/>
                <a:gd name="connsiteX2" fmla="*/ 34848 w 571395"/>
                <a:gd name="connsiteY2" fmla="*/ 671005 h 2026945"/>
                <a:gd name="connsiteX3" fmla="*/ 10693 w 571395"/>
                <a:gd name="connsiteY3" fmla="*/ 1139603 h 2026945"/>
                <a:gd name="connsiteX4" fmla="*/ 160546 w 571395"/>
                <a:gd name="connsiteY4" fmla="*/ 1632262 h 2026945"/>
                <a:gd name="connsiteX5" fmla="*/ 297517 w 571395"/>
                <a:gd name="connsiteY5" fmla="*/ 1852779 h 2026945"/>
                <a:gd name="connsiteX6" fmla="*/ 480144 w 571395"/>
                <a:gd name="connsiteY6" fmla="*/ 2019303 h 2026945"/>
                <a:gd name="connsiteX7" fmla="*/ 537547 w 571395"/>
                <a:gd name="connsiteY7" fmla="*/ 2026597 h 2026945"/>
                <a:gd name="connsiteX8" fmla="*/ 537547 w 571395"/>
                <a:gd name="connsiteY8" fmla="*/ 1998180 h 2026945"/>
                <a:gd name="connsiteX9" fmla="*/ 346584 w 571395"/>
                <a:gd name="connsiteY9" fmla="*/ 1870018 h 2026945"/>
                <a:gd name="connsiteX10" fmla="*/ 207150 w 571395"/>
                <a:gd name="connsiteY10" fmla="*/ 1660111 h 2026945"/>
                <a:gd name="connsiteX11" fmla="*/ 45457 w 571395"/>
                <a:gd name="connsiteY11" fmla="*/ 1184976 h 2026945"/>
                <a:gd name="connsiteX12" fmla="*/ 51898 w 571395"/>
                <a:gd name="connsiteY12" fmla="*/ 725282 h 2026945"/>
                <a:gd name="connsiteX13" fmla="*/ 211792 w 571395"/>
                <a:gd name="connsiteY13" fmla="*/ 328579 h 2026945"/>
                <a:gd name="connsiteX14" fmla="*/ 515476 w 571395"/>
                <a:gd name="connsiteY14" fmla="*/ 48765 h 2026945"/>
                <a:gd name="connsiteX15" fmla="*/ 563880 w 571395"/>
                <a:gd name="connsiteY15" fmla="*/ 25841 h 2026945"/>
                <a:gd name="connsiteX16" fmla="*/ 549671 w 571395"/>
                <a:gd name="connsiteY16" fmla="*/ 1308 h 2026945"/>
                <a:gd name="connsiteX17" fmla="*/ 549671 w 571395"/>
                <a:gd name="connsiteY17" fmla="*/ 1308 h 2026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395" h="2026945">
                  <a:moveTo>
                    <a:pt x="549671" y="1308"/>
                  </a:moveTo>
                  <a:cubicBezTo>
                    <a:pt x="415921" y="58995"/>
                    <a:pt x="303200" y="155234"/>
                    <a:pt x="216907" y="271839"/>
                  </a:cubicBezTo>
                  <a:cubicBezTo>
                    <a:pt x="129382" y="390149"/>
                    <a:pt x="69422" y="528351"/>
                    <a:pt x="34848" y="671005"/>
                  </a:cubicBezTo>
                  <a:cubicBezTo>
                    <a:pt x="-2284" y="824363"/>
                    <a:pt x="-8725" y="983214"/>
                    <a:pt x="10693" y="1139603"/>
                  </a:cubicBezTo>
                  <a:cubicBezTo>
                    <a:pt x="31911" y="1310959"/>
                    <a:pt x="82778" y="1478052"/>
                    <a:pt x="160546" y="1632262"/>
                  </a:cubicBezTo>
                  <a:cubicBezTo>
                    <a:pt x="199572" y="1709651"/>
                    <a:pt x="245419" y="1783536"/>
                    <a:pt x="297517" y="1852779"/>
                  </a:cubicBezTo>
                  <a:cubicBezTo>
                    <a:pt x="345731" y="1916812"/>
                    <a:pt x="401050" y="1992686"/>
                    <a:pt x="480144" y="2019303"/>
                  </a:cubicBezTo>
                  <a:cubicBezTo>
                    <a:pt x="498521" y="2025460"/>
                    <a:pt x="518223" y="2027923"/>
                    <a:pt x="537547" y="2026597"/>
                  </a:cubicBezTo>
                  <a:cubicBezTo>
                    <a:pt x="555639" y="2025271"/>
                    <a:pt x="555828" y="1996853"/>
                    <a:pt x="537547" y="1998180"/>
                  </a:cubicBezTo>
                  <a:cubicBezTo>
                    <a:pt x="454474" y="2004053"/>
                    <a:pt x="393282" y="1928274"/>
                    <a:pt x="346584" y="1870018"/>
                  </a:cubicBezTo>
                  <a:cubicBezTo>
                    <a:pt x="293917" y="1804470"/>
                    <a:pt x="247408" y="1733900"/>
                    <a:pt x="207150" y="1660111"/>
                  </a:cubicBezTo>
                  <a:cubicBezTo>
                    <a:pt x="126635" y="1512531"/>
                    <a:pt x="71790" y="1351027"/>
                    <a:pt x="45457" y="1184976"/>
                  </a:cubicBezTo>
                  <a:cubicBezTo>
                    <a:pt x="21302" y="1032850"/>
                    <a:pt x="21492" y="876461"/>
                    <a:pt x="51898" y="725282"/>
                  </a:cubicBezTo>
                  <a:cubicBezTo>
                    <a:pt x="80126" y="584712"/>
                    <a:pt x="132697" y="448404"/>
                    <a:pt x="211792" y="328579"/>
                  </a:cubicBezTo>
                  <a:cubicBezTo>
                    <a:pt x="288518" y="212353"/>
                    <a:pt x="391388" y="113082"/>
                    <a:pt x="515476" y="48765"/>
                  </a:cubicBezTo>
                  <a:cubicBezTo>
                    <a:pt x="531295" y="40524"/>
                    <a:pt x="547493" y="32946"/>
                    <a:pt x="563880" y="25841"/>
                  </a:cubicBezTo>
                  <a:cubicBezTo>
                    <a:pt x="580741" y="18642"/>
                    <a:pt x="566248" y="-5891"/>
                    <a:pt x="549671" y="1308"/>
                  </a:cubicBezTo>
                  <a:lnTo>
                    <a:pt x="549671" y="1308"/>
                  </a:lnTo>
                  <a:close/>
                </a:path>
              </a:pathLst>
            </a:custGeom>
            <a:grpFill/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4" name="Graphic 7">
            <a:extLst>
              <a:ext uri="{FF2B5EF4-FFF2-40B4-BE49-F238E27FC236}">
                <a16:creationId xmlns:a16="http://schemas.microsoft.com/office/drawing/2014/main" id="{C1CC0959-3B53-D825-5704-D3413DF40CC7}"/>
              </a:ext>
            </a:extLst>
          </p:cNvPr>
          <p:cNvGrpSpPr/>
          <p:nvPr userDrawn="1"/>
        </p:nvGrpSpPr>
        <p:grpSpPr>
          <a:xfrm>
            <a:off x="-50229" y="-74466"/>
            <a:ext cx="2006918" cy="885444"/>
            <a:chOff x="-50229" y="-74467"/>
            <a:chExt cx="4715272" cy="2080359"/>
          </a:xfrm>
          <a:noFill/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B749937-090C-44BD-C6B7-E3B655E49228}"/>
                </a:ext>
              </a:extLst>
            </p:cNvPr>
            <p:cNvSpPr/>
            <p:nvPr/>
          </p:nvSpPr>
          <p:spPr>
            <a:xfrm>
              <a:off x="110293" y="-74467"/>
              <a:ext cx="2863852" cy="834797"/>
            </a:xfrm>
            <a:custGeom>
              <a:avLst/>
              <a:gdLst>
                <a:gd name="connsiteX0" fmla="*/ 2863852 w 2863852"/>
                <a:gd name="connsiteY0" fmla="*/ 0 h 834797"/>
                <a:gd name="connsiteX1" fmla="*/ 2170360 w 2863852"/>
                <a:gd name="connsiteY1" fmla="*/ 796201 h 834797"/>
                <a:gd name="connsiteX2" fmla="*/ 1053114 w 2863852"/>
                <a:gd name="connsiteY2" fmla="*/ 764134 h 834797"/>
                <a:gd name="connsiteX3" fmla="*/ 0 w 2863852"/>
                <a:gd name="connsiteY3" fmla="*/ 6413 h 834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3852" h="834797">
                  <a:moveTo>
                    <a:pt x="2863852" y="0"/>
                  </a:moveTo>
                  <a:cubicBezTo>
                    <a:pt x="2863852" y="0"/>
                    <a:pt x="2780384" y="693493"/>
                    <a:pt x="2170360" y="796201"/>
                  </a:cubicBezTo>
                  <a:cubicBezTo>
                    <a:pt x="1560335" y="898908"/>
                    <a:pt x="1245703" y="764134"/>
                    <a:pt x="1053114" y="764134"/>
                  </a:cubicBezTo>
                  <a:cubicBezTo>
                    <a:pt x="860525" y="764134"/>
                    <a:pt x="250404" y="597198"/>
                    <a:pt x="0" y="6413"/>
                  </a:cubicBezTo>
                </a:path>
              </a:pathLst>
            </a:custGeom>
            <a:noFill/>
            <a:ln w="19139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6B103C6-47B3-58CF-B989-C1825992B918}"/>
                </a:ext>
              </a:extLst>
            </p:cNvPr>
            <p:cNvSpPr/>
            <p:nvPr/>
          </p:nvSpPr>
          <p:spPr>
            <a:xfrm>
              <a:off x="-50229" y="-55131"/>
              <a:ext cx="2966185" cy="1042224"/>
            </a:xfrm>
            <a:custGeom>
              <a:avLst/>
              <a:gdLst>
                <a:gd name="connsiteX0" fmla="*/ 0 w 2966185"/>
                <a:gd name="connsiteY0" fmla="*/ 57719 h 1042224"/>
                <a:gd name="connsiteX1" fmla="*/ 391687 w 2966185"/>
                <a:gd name="connsiteY1" fmla="*/ 288884 h 1042224"/>
                <a:gd name="connsiteX2" fmla="*/ 1830074 w 2966185"/>
                <a:gd name="connsiteY2" fmla="*/ 1040191 h 1042224"/>
                <a:gd name="connsiteX3" fmla="*/ 2953829 w 2966185"/>
                <a:gd name="connsiteY3" fmla="*/ 0 h 1042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6185" h="1042224">
                  <a:moveTo>
                    <a:pt x="0" y="57719"/>
                  </a:moveTo>
                  <a:cubicBezTo>
                    <a:pt x="0" y="57719"/>
                    <a:pt x="192589" y="218242"/>
                    <a:pt x="391687" y="288884"/>
                  </a:cubicBezTo>
                  <a:cubicBezTo>
                    <a:pt x="590785" y="359525"/>
                    <a:pt x="1085180" y="1001616"/>
                    <a:pt x="1830074" y="1040191"/>
                  </a:cubicBezTo>
                  <a:cubicBezTo>
                    <a:pt x="2574969" y="1078671"/>
                    <a:pt x="3050124" y="565036"/>
                    <a:pt x="2953829" y="0"/>
                  </a:cubicBezTo>
                </a:path>
              </a:pathLst>
            </a:custGeom>
            <a:noFill/>
            <a:ln w="19139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4DAE304A-E511-4936-5B20-C2E71DEAFB2E}"/>
                </a:ext>
              </a:extLst>
            </p:cNvPr>
            <p:cNvSpPr/>
            <p:nvPr/>
          </p:nvSpPr>
          <p:spPr>
            <a:xfrm>
              <a:off x="-43815" y="-55227"/>
              <a:ext cx="3309657" cy="1427536"/>
            </a:xfrm>
            <a:custGeom>
              <a:avLst/>
              <a:gdLst>
                <a:gd name="connsiteX0" fmla="*/ 3294115 w 3309657"/>
                <a:gd name="connsiteY0" fmla="*/ 0 h 1427536"/>
                <a:gd name="connsiteX1" fmla="*/ 2940907 w 3309657"/>
                <a:gd name="connsiteY1" fmla="*/ 796201 h 1427536"/>
                <a:gd name="connsiteX2" fmla="*/ 1701618 w 3309657"/>
                <a:gd name="connsiteY2" fmla="*/ 1425465 h 1427536"/>
                <a:gd name="connsiteX3" fmla="*/ 0 w 3309657"/>
                <a:gd name="connsiteY3" fmla="*/ 770548 h 142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09657" h="1427536">
                  <a:moveTo>
                    <a:pt x="3294115" y="0"/>
                  </a:moveTo>
                  <a:cubicBezTo>
                    <a:pt x="3294115" y="0"/>
                    <a:pt x="3422571" y="565036"/>
                    <a:pt x="2940907" y="796201"/>
                  </a:cubicBezTo>
                  <a:cubicBezTo>
                    <a:pt x="2459243" y="1027365"/>
                    <a:pt x="2536394" y="1380572"/>
                    <a:pt x="1701618" y="1425465"/>
                  </a:cubicBezTo>
                  <a:cubicBezTo>
                    <a:pt x="866842" y="1470358"/>
                    <a:pt x="0" y="770548"/>
                    <a:pt x="0" y="770548"/>
                  </a:cubicBezTo>
                </a:path>
              </a:pathLst>
            </a:custGeom>
            <a:noFill/>
            <a:ln w="19139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85E7D287-21A5-013D-088F-79B89652024C}"/>
                </a:ext>
              </a:extLst>
            </p:cNvPr>
            <p:cNvSpPr/>
            <p:nvPr/>
          </p:nvSpPr>
          <p:spPr>
            <a:xfrm>
              <a:off x="-50229" y="-70255"/>
              <a:ext cx="4715272" cy="2076147"/>
            </a:xfrm>
            <a:custGeom>
              <a:avLst/>
              <a:gdLst>
                <a:gd name="connsiteX0" fmla="*/ 0 w 4715272"/>
                <a:gd name="connsiteY0" fmla="*/ 1800114 h 2076147"/>
                <a:gd name="connsiteX1" fmla="*/ 4715272 w 4715272"/>
                <a:gd name="connsiteY1" fmla="*/ 0 h 2076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15272" h="2076147">
                  <a:moveTo>
                    <a:pt x="0" y="1800114"/>
                  </a:moveTo>
                  <a:cubicBezTo>
                    <a:pt x="0" y="1800114"/>
                    <a:pt x="3174177" y="3116458"/>
                    <a:pt x="4715272" y="0"/>
                  </a:cubicBezTo>
                </a:path>
              </a:pathLst>
            </a:custGeom>
            <a:noFill/>
            <a:ln w="19139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3B757D1-2D31-FE6D-5692-C9B559534FD5}"/>
              </a:ext>
            </a:extLst>
          </p:cNvPr>
          <p:cNvGrpSpPr/>
          <p:nvPr userDrawn="1"/>
        </p:nvGrpSpPr>
        <p:grpSpPr>
          <a:xfrm>
            <a:off x="-65448" y="5429163"/>
            <a:ext cx="2022137" cy="1448910"/>
            <a:chOff x="-65448" y="5429163"/>
            <a:chExt cx="2022137" cy="1448910"/>
          </a:xfrm>
        </p:grpSpPr>
        <p:sp>
          <p:nvSpPr>
            <p:cNvPr id="39" name="Graphic 7">
              <a:extLst>
                <a:ext uri="{FF2B5EF4-FFF2-40B4-BE49-F238E27FC236}">
                  <a16:creationId xmlns:a16="http://schemas.microsoft.com/office/drawing/2014/main" id="{5ED093E2-1BA9-63A4-0D19-266D32E24D1F}"/>
                </a:ext>
              </a:extLst>
            </p:cNvPr>
            <p:cNvSpPr/>
            <p:nvPr userDrawn="1"/>
          </p:nvSpPr>
          <p:spPr>
            <a:xfrm>
              <a:off x="-49846" y="5429163"/>
              <a:ext cx="2006535" cy="1448910"/>
            </a:xfrm>
            <a:custGeom>
              <a:avLst/>
              <a:gdLst>
                <a:gd name="connsiteX0" fmla="*/ 0 w 3589698"/>
                <a:gd name="connsiteY0" fmla="*/ 1102890 h 2592105"/>
                <a:gd name="connsiteX1" fmla="*/ 1302177 w 3589698"/>
                <a:gd name="connsiteY1" fmla="*/ 3448 h 2592105"/>
                <a:gd name="connsiteX2" fmla="*/ 3360640 w 3589698"/>
                <a:gd name="connsiteY2" fmla="*/ 892306 h 2592105"/>
                <a:gd name="connsiteX3" fmla="*/ 3446406 w 3589698"/>
                <a:gd name="connsiteY3" fmla="*/ 2592105 h 2592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89698" h="2592105">
                  <a:moveTo>
                    <a:pt x="0" y="1102890"/>
                  </a:moveTo>
                  <a:cubicBezTo>
                    <a:pt x="0" y="1102890"/>
                    <a:pt x="655013" y="50255"/>
                    <a:pt x="1302177" y="3448"/>
                  </a:cubicBezTo>
                  <a:cubicBezTo>
                    <a:pt x="1949342" y="-43359"/>
                    <a:pt x="3079989" y="393316"/>
                    <a:pt x="3360640" y="892306"/>
                  </a:cubicBezTo>
                  <a:cubicBezTo>
                    <a:pt x="3641387" y="1391295"/>
                    <a:pt x="3656894" y="2225688"/>
                    <a:pt x="3446406" y="2592105"/>
                  </a:cubicBezTo>
                </a:path>
              </a:pathLst>
            </a:custGeom>
            <a:noFill/>
            <a:ln w="15915" cap="flat">
              <a:solidFill>
                <a:schemeClr val="accent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Graphic 7">
              <a:extLst>
                <a:ext uri="{FF2B5EF4-FFF2-40B4-BE49-F238E27FC236}">
                  <a16:creationId xmlns:a16="http://schemas.microsoft.com/office/drawing/2014/main" id="{6BB7C323-72D0-4A8D-22F4-3A5E72B44C2A}"/>
                </a:ext>
              </a:extLst>
            </p:cNvPr>
            <p:cNvSpPr/>
            <p:nvPr userDrawn="1"/>
          </p:nvSpPr>
          <p:spPr>
            <a:xfrm>
              <a:off x="-65448" y="5495126"/>
              <a:ext cx="1980153" cy="1367440"/>
            </a:xfrm>
            <a:custGeom>
              <a:avLst/>
              <a:gdLst>
                <a:gd name="connsiteX0" fmla="*/ 0 w 3542501"/>
                <a:gd name="connsiteY0" fmla="*/ 824473 h 2446355"/>
                <a:gd name="connsiteX1" fmla="*/ 1403545 w 3542501"/>
                <a:gd name="connsiteY1" fmla="*/ 13531 h 2446355"/>
                <a:gd name="connsiteX2" fmla="*/ 3274875 w 3542501"/>
                <a:gd name="connsiteY2" fmla="*/ 567177 h 2446355"/>
                <a:gd name="connsiteX3" fmla="*/ 3540020 w 3542501"/>
                <a:gd name="connsiteY3" fmla="*/ 2446356 h 2446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42501" h="2446355">
                  <a:moveTo>
                    <a:pt x="0" y="824473"/>
                  </a:moveTo>
                  <a:cubicBezTo>
                    <a:pt x="0" y="824473"/>
                    <a:pt x="522441" y="52489"/>
                    <a:pt x="1403545" y="13531"/>
                  </a:cubicBezTo>
                  <a:cubicBezTo>
                    <a:pt x="2284650" y="-25427"/>
                    <a:pt x="2963019" y="-17674"/>
                    <a:pt x="3274875" y="567177"/>
                  </a:cubicBezTo>
                  <a:cubicBezTo>
                    <a:pt x="3586731" y="1152027"/>
                    <a:pt x="3540020" y="2446356"/>
                    <a:pt x="3540020" y="2446356"/>
                  </a:cubicBezTo>
                </a:path>
              </a:pathLst>
            </a:custGeom>
            <a:noFill/>
            <a:ln w="15915" cap="flat">
              <a:solidFill>
                <a:schemeClr val="accent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5F376C0E-B37B-599B-51EA-3FFC8B7FD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948" y="1939924"/>
            <a:ext cx="10969451" cy="423893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2pPr>
            <a:lvl3pPr marL="9144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3pPr>
            <a:lvl4pPr marL="13716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Title Placeholder 1">
            <a:extLst>
              <a:ext uri="{FF2B5EF4-FFF2-40B4-BE49-F238E27FC236}">
                <a16:creationId xmlns:a16="http://schemas.microsoft.com/office/drawing/2014/main" id="{28CE35C9-4DF5-D279-B48A-C8FE33531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7" y="525782"/>
            <a:ext cx="109696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9" name="Date Placeholder 6">
            <a:extLst>
              <a:ext uri="{FF2B5EF4-FFF2-40B4-BE49-F238E27FC236}">
                <a16:creationId xmlns:a16="http://schemas.microsoft.com/office/drawing/2014/main" id="{9818F564-A8DE-FEDA-6A49-B348571339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777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CA2C1983-85E7-45E2-ABAC-BABAC97AF800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30" name="Footer Placeholder 7">
            <a:extLst>
              <a:ext uri="{FF2B5EF4-FFF2-40B4-BE49-F238E27FC236}">
                <a16:creationId xmlns:a16="http://schemas.microsoft.com/office/drawing/2014/main" id="{DF4D99E5-E71D-60C3-2925-B87E253426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479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1" name="Slide Number Placeholder 8">
            <a:extLst>
              <a:ext uri="{FF2B5EF4-FFF2-40B4-BE49-F238E27FC236}">
                <a16:creationId xmlns:a16="http://schemas.microsoft.com/office/drawing/2014/main" id="{68E9954F-C353-D3EF-2BC9-8235B17910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2327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7">
            <a:extLst>
              <a:ext uri="{FF2B5EF4-FFF2-40B4-BE49-F238E27FC236}">
                <a16:creationId xmlns:a16="http://schemas.microsoft.com/office/drawing/2014/main" id="{B5EDCA5F-DE29-7991-C0B4-AB4787AE68E9}"/>
              </a:ext>
            </a:extLst>
          </p:cNvPr>
          <p:cNvSpPr/>
          <p:nvPr userDrawn="1"/>
        </p:nvSpPr>
        <p:spPr>
          <a:xfrm>
            <a:off x="9284915" y="0"/>
            <a:ext cx="3246986" cy="6859503"/>
          </a:xfrm>
          <a:custGeom>
            <a:avLst/>
            <a:gdLst>
              <a:gd name="connsiteX0" fmla="*/ 2228557 w 3262526"/>
              <a:gd name="connsiteY0" fmla="*/ 0 h 6892332"/>
              <a:gd name="connsiteX1" fmla="*/ 2141835 w 3262526"/>
              <a:gd name="connsiteY1" fmla="*/ 1398376 h 6892332"/>
              <a:gd name="connsiteX2" fmla="*/ 0 w 3262526"/>
              <a:gd name="connsiteY2" fmla="*/ 3723420 h 6892332"/>
              <a:gd name="connsiteX3" fmla="*/ 618448 w 3262526"/>
              <a:gd name="connsiteY3" fmla="*/ 5338411 h 6892332"/>
              <a:gd name="connsiteX4" fmla="*/ 973474 w 3262526"/>
              <a:gd name="connsiteY4" fmla="*/ 6890610 h 6892332"/>
              <a:gd name="connsiteX5" fmla="*/ 3262527 w 3262526"/>
              <a:gd name="connsiteY5" fmla="*/ 6892333 h 6892332"/>
              <a:gd name="connsiteX6" fmla="*/ 3261953 w 3262526"/>
              <a:gd name="connsiteY6" fmla="*/ 957 h 6892332"/>
              <a:gd name="connsiteX7" fmla="*/ 2228557 w 3262526"/>
              <a:gd name="connsiteY7" fmla="*/ 0 h 6892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62526" h="6892332">
                <a:moveTo>
                  <a:pt x="2228557" y="0"/>
                </a:moveTo>
                <a:cubicBezTo>
                  <a:pt x="2632305" y="498224"/>
                  <a:pt x="2611438" y="963232"/>
                  <a:pt x="2141835" y="1398376"/>
                </a:cubicBezTo>
                <a:cubicBezTo>
                  <a:pt x="1672231" y="1833520"/>
                  <a:pt x="91700" y="2371947"/>
                  <a:pt x="0" y="3723420"/>
                </a:cubicBezTo>
                <a:cubicBezTo>
                  <a:pt x="80214" y="4639749"/>
                  <a:pt x="584084" y="5063503"/>
                  <a:pt x="618448" y="5338411"/>
                </a:cubicBezTo>
                <a:cubicBezTo>
                  <a:pt x="652811" y="5613320"/>
                  <a:pt x="652811" y="6455466"/>
                  <a:pt x="973474" y="6890610"/>
                </a:cubicBezTo>
                <a:lnTo>
                  <a:pt x="3262527" y="6892333"/>
                </a:lnTo>
                <a:lnTo>
                  <a:pt x="3261953" y="957"/>
                </a:lnTo>
                <a:lnTo>
                  <a:pt x="2228557" y="0"/>
                </a:lnTo>
                <a:close/>
              </a:path>
            </a:pathLst>
          </a:custGeom>
          <a:solidFill>
            <a:schemeClr val="accent1"/>
          </a:solidFill>
          <a:ln w="957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Graphic 7">
            <a:extLst>
              <a:ext uri="{FF2B5EF4-FFF2-40B4-BE49-F238E27FC236}">
                <a16:creationId xmlns:a16="http://schemas.microsoft.com/office/drawing/2014/main" id="{E2691F39-EBFF-B66A-789F-0107BB1C7BDE}"/>
              </a:ext>
            </a:extLst>
          </p:cNvPr>
          <p:cNvSpPr/>
          <p:nvPr userDrawn="1"/>
        </p:nvSpPr>
        <p:spPr>
          <a:xfrm>
            <a:off x="11791137" y="1755607"/>
            <a:ext cx="752986" cy="2682462"/>
          </a:xfrm>
          <a:custGeom>
            <a:avLst/>
            <a:gdLst>
              <a:gd name="connsiteX0" fmla="*/ 752987 w 752986"/>
              <a:gd name="connsiteY0" fmla="*/ 2682463 h 2682462"/>
              <a:gd name="connsiteX1" fmla="*/ 625 w 752986"/>
              <a:gd name="connsiteY1" fmla="*/ 901972 h 2682462"/>
              <a:gd name="connsiteX2" fmla="*/ 748009 w 752986"/>
              <a:gd name="connsiteY2" fmla="*/ 0 h 2682462"/>
              <a:gd name="connsiteX3" fmla="*/ 752987 w 752986"/>
              <a:gd name="connsiteY3" fmla="*/ 2682463 h 2682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2986" h="2682462">
                <a:moveTo>
                  <a:pt x="752987" y="2682463"/>
                </a:moveTo>
                <a:cubicBezTo>
                  <a:pt x="752987" y="2682463"/>
                  <a:pt x="-25123" y="2173327"/>
                  <a:pt x="625" y="901972"/>
                </a:cubicBezTo>
                <a:cubicBezTo>
                  <a:pt x="9240" y="403748"/>
                  <a:pt x="748009" y="0"/>
                  <a:pt x="748009" y="0"/>
                </a:cubicBezTo>
                <a:lnTo>
                  <a:pt x="752987" y="2682463"/>
                </a:lnTo>
                <a:close/>
              </a:path>
            </a:pathLst>
          </a:custGeom>
          <a:solidFill>
            <a:schemeClr val="accent4"/>
          </a:solidFill>
          <a:ln w="957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Graphic 7">
            <a:extLst>
              <a:ext uri="{FF2B5EF4-FFF2-40B4-BE49-F238E27FC236}">
                <a16:creationId xmlns:a16="http://schemas.microsoft.com/office/drawing/2014/main" id="{18713AF5-AE18-C91D-B447-379557BD720C}"/>
              </a:ext>
            </a:extLst>
          </p:cNvPr>
          <p:cNvSpPr/>
          <p:nvPr userDrawn="1"/>
        </p:nvSpPr>
        <p:spPr>
          <a:xfrm>
            <a:off x="8724789" y="-60395"/>
            <a:ext cx="2747434" cy="6923632"/>
          </a:xfrm>
          <a:custGeom>
            <a:avLst/>
            <a:gdLst>
              <a:gd name="connsiteX0" fmla="*/ 2534956 w 2747434"/>
              <a:gd name="connsiteY0" fmla="*/ 0 h 6923632"/>
              <a:gd name="connsiteX1" fmla="*/ 2706775 w 2747434"/>
              <a:gd name="connsiteY1" fmla="*/ 979313 h 6923632"/>
              <a:gd name="connsiteX2" fmla="*/ 1358077 w 2747434"/>
              <a:gd name="connsiteY2" fmla="*/ 1924263 h 6923632"/>
              <a:gd name="connsiteX3" fmla="*/ 9379 w 2747434"/>
              <a:gd name="connsiteY3" fmla="*/ 3479046 h 6923632"/>
              <a:gd name="connsiteX4" fmla="*/ 473239 w 2747434"/>
              <a:gd name="connsiteY4" fmla="*/ 5162669 h 6923632"/>
              <a:gd name="connsiteX5" fmla="*/ 791030 w 2747434"/>
              <a:gd name="connsiteY5" fmla="*/ 6923633 h 6923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47434" h="6923632">
                <a:moveTo>
                  <a:pt x="2534956" y="0"/>
                </a:moveTo>
                <a:cubicBezTo>
                  <a:pt x="2560706" y="51497"/>
                  <a:pt x="2852748" y="661427"/>
                  <a:pt x="2706775" y="979313"/>
                </a:cubicBezTo>
                <a:cubicBezTo>
                  <a:pt x="2560802" y="1297200"/>
                  <a:pt x="1736076" y="1743831"/>
                  <a:pt x="1358077" y="1924263"/>
                </a:cubicBezTo>
                <a:cubicBezTo>
                  <a:pt x="980078" y="2104696"/>
                  <a:pt x="95336" y="2723144"/>
                  <a:pt x="9379" y="3479046"/>
                </a:cubicBezTo>
                <a:cubicBezTo>
                  <a:pt x="-76577" y="4234949"/>
                  <a:pt x="456105" y="4750402"/>
                  <a:pt x="473239" y="5162669"/>
                </a:cubicBezTo>
                <a:cubicBezTo>
                  <a:pt x="490373" y="5575032"/>
                  <a:pt x="456105" y="6605842"/>
                  <a:pt x="791030" y="6923633"/>
                </a:cubicBezTo>
              </a:path>
            </a:pathLst>
          </a:custGeom>
          <a:noFill/>
          <a:ln w="15915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7" name="Graphic 7">
            <a:extLst>
              <a:ext uri="{FF2B5EF4-FFF2-40B4-BE49-F238E27FC236}">
                <a16:creationId xmlns:a16="http://schemas.microsoft.com/office/drawing/2014/main" id="{443ACD28-1CE5-1923-EC2A-7A0C80B19667}"/>
              </a:ext>
            </a:extLst>
          </p:cNvPr>
          <p:cNvGrpSpPr/>
          <p:nvPr userDrawn="1"/>
        </p:nvGrpSpPr>
        <p:grpSpPr>
          <a:xfrm>
            <a:off x="11633731" y="1529535"/>
            <a:ext cx="891530" cy="3371125"/>
            <a:chOff x="11303531" y="1529534"/>
            <a:chExt cx="891530" cy="3371125"/>
          </a:xfrm>
          <a:solidFill>
            <a:schemeClr val="tx2"/>
          </a:solidFill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1407175-100D-3353-4F4E-1FE3E79FFD6F}"/>
                </a:ext>
              </a:extLst>
            </p:cNvPr>
            <p:cNvSpPr/>
            <p:nvPr/>
          </p:nvSpPr>
          <p:spPr>
            <a:xfrm>
              <a:off x="11303531" y="1834922"/>
              <a:ext cx="871241" cy="3065737"/>
            </a:xfrm>
            <a:custGeom>
              <a:avLst/>
              <a:gdLst>
                <a:gd name="connsiteX0" fmla="*/ 848936 w 871241"/>
                <a:gd name="connsiteY0" fmla="*/ 802 h 3065737"/>
                <a:gd name="connsiteX1" fmla="*/ 315679 w 871241"/>
                <a:gd name="connsiteY1" fmla="*/ 412878 h 3065737"/>
                <a:gd name="connsiteX2" fmla="*/ 42685 w 871241"/>
                <a:gd name="connsiteY2" fmla="*/ 1128578 h 3065737"/>
                <a:gd name="connsiteX3" fmla="*/ 23062 w 871241"/>
                <a:gd name="connsiteY3" fmla="*/ 1928415 h 3065737"/>
                <a:gd name="connsiteX4" fmla="*/ 281124 w 871241"/>
                <a:gd name="connsiteY4" fmla="*/ 2607742 h 3065737"/>
                <a:gd name="connsiteX5" fmla="*/ 778390 w 871241"/>
                <a:gd name="connsiteY5" fmla="*/ 3034080 h 3065737"/>
                <a:gd name="connsiteX6" fmla="*/ 853818 w 871241"/>
                <a:gd name="connsiteY6" fmla="*/ 3064806 h 3065737"/>
                <a:gd name="connsiteX7" fmla="*/ 861476 w 871241"/>
                <a:gd name="connsiteY7" fmla="*/ 3037143 h 3065737"/>
                <a:gd name="connsiteX8" fmla="*/ 348702 w 871241"/>
                <a:gd name="connsiteY8" fmla="*/ 2651581 h 3065737"/>
                <a:gd name="connsiteX9" fmla="*/ 67284 w 871241"/>
                <a:gd name="connsiteY9" fmla="*/ 2015808 h 3065737"/>
                <a:gd name="connsiteX10" fmla="*/ 55415 w 871241"/>
                <a:gd name="connsiteY10" fmla="*/ 1233295 h 3065737"/>
                <a:gd name="connsiteX11" fmla="*/ 291366 w 871241"/>
                <a:gd name="connsiteY11" fmla="*/ 502663 h 3065737"/>
                <a:gd name="connsiteX12" fmla="*/ 778677 w 871241"/>
                <a:gd name="connsiteY12" fmla="*/ 58043 h 3065737"/>
                <a:gd name="connsiteX13" fmla="*/ 856594 w 871241"/>
                <a:gd name="connsiteY13" fmla="*/ 28465 h 3065737"/>
                <a:gd name="connsiteX14" fmla="*/ 848936 w 871241"/>
                <a:gd name="connsiteY14" fmla="*/ 802 h 3065737"/>
                <a:gd name="connsiteX15" fmla="*/ 848936 w 871241"/>
                <a:gd name="connsiteY15" fmla="*/ 802 h 306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71241" h="3065737">
                  <a:moveTo>
                    <a:pt x="848936" y="802"/>
                  </a:moveTo>
                  <a:cubicBezTo>
                    <a:pt x="630024" y="72592"/>
                    <a:pt x="447198" y="226128"/>
                    <a:pt x="315679" y="412878"/>
                  </a:cubicBezTo>
                  <a:cubicBezTo>
                    <a:pt x="166929" y="624036"/>
                    <a:pt x="86333" y="876068"/>
                    <a:pt x="42685" y="1128578"/>
                  </a:cubicBezTo>
                  <a:cubicBezTo>
                    <a:pt x="-2782" y="1391904"/>
                    <a:pt x="-15992" y="1663462"/>
                    <a:pt x="23062" y="1928415"/>
                  </a:cubicBezTo>
                  <a:cubicBezTo>
                    <a:pt x="58670" y="2170300"/>
                    <a:pt x="141276" y="2405964"/>
                    <a:pt x="281124" y="2607742"/>
                  </a:cubicBezTo>
                  <a:cubicBezTo>
                    <a:pt x="406805" y="2789036"/>
                    <a:pt x="576229" y="2942954"/>
                    <a:pt x="778390" y="3034080"/>
                  </a:cubicBezTo>
                  <a:cubicBezTo>
                    <a:pt x="803181" y="3045183"/>
                    <a:pt x="828260" y="3055425"/>
                    <a:pt x="853818" y="3064806"/>
                  </a:cubicBezTo>
                  <a:cubicBezTo>
                    <a:pt x="871238" y="3071123"/>
                    <a:pt x="878705" y="3043460"/>
                    <a:pt x="861476" y="3037143"/>
                  </a:cubicBezTo>
                  <a:cubicBezTo>
                    <a:pt x="656922" y="2962481"/>
                    <a:pt x="481657" y="2822634"/>
                    <a:pt x="348702" y="2651581"/>
                  </a:cubicBezTo>
                  <a:cubicBezTo>
                    <a:pt x="204452" y="2465884"/>
                    <a:pt x="113135" y="2245537"/>
                    <a:pt x="67284" y="2015808"/>
                  </a:cubicBezTo>
                  <a:cubicBezTo>
                    <a:pt x="15978" y="1758703"/>
                    <a:pt x="19712" y="1492218"/>
                    <a:pt x="55415" y="1233295"/>
                  </a:cubicBezTo>
                  <a:cubicBezTo>
                    <a:pt x="90449" y="978967"/>
                    <a:pt x="157645" y="724160"/>
                    <a:pt x="291366" y="502663"/>
                  </a:cubicBezTo>
                  <a:cubicBezTo>
                    <a:pt x="406421" y="312180"/>
                    <a:pt x="573261" y="148020"/>
                    <a:pt x="778677" y="58043"/>
                  </a:cubicBezTo>
                  <a:cubicBezTo>
                    <a:pt x="804138" y="46844"/>
                    <a:pt x="830175" y="37176"/>
                    <a:pt x="856594" y="28465"/>
                  </a:cubicBezTo>
                  <a:cubicBezTo>
                    <a:pt x="874014" y="22722"/>
                    <a:pt x="866548" y="-5037"/>
                    <a:pt x="848936" y="802"/>
                  </a:cubicBezTo>
                  <a:lnTo>
                    <a:pt x="848936" y="802"/>
                  </a:lnTo>
                  <a:close/>
                </a:path>
              </a:pathLst>
            </a:custGeom>
            <a:grpFill/>
            <a:ln w="95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BA45516-5F46-1DCD-8491-BA3FFD8E11BF}"/>
                </a:ext>
              </a:extLst>
            </p:cNvPr>
            <p:cNvSpPr/>
            <p:nvPr/>
          </p:nvSpPr>
          <p:spPr>
            <a:xfrm>
              <a:off x="11617593" y="1529534"/>
              <a:ext cx="577468" cy="2048267"/>
            </a:xfrm>
            <a:custGeom>
              <a:avLst/>
              <a:gdLst>
                <a:gd name="connsiteX0" fmla="*/ 555454 w 577468"/>
                <a:gd name="connsiteY0" fmla="*/ 1322 h 2048267"/>
                <a:gd name="connsiteX1" fmla="*/ 219189 w 577468"/>
                <a:gd name="connsiteY1" fmla="*/ 274699 h 2048267"/>
                <a:gd name="connsiteX2" fmla="*/ 35215 w 577468"/>
                <a:gd name="connsiteY2" fmla="*/ 678064 h 2048267"/>
                <a:gd name="connsiteX3" fmla="*/ 10806 w 577468"/>
                <a:gd name="connsiteY3" fmla="*/ 1151591 h 2048267"/>
                <a:gd name="connsiteX4" fmla="*/ 162235 w 577468"/>
                <a:gd name="connsiteY4" fmla="*/ 1649432 h 2048267"/>
                <a:gd name="connsiteX5" fmla="*/ 300647 w 577468"/>
                <a:gd name="connsiteY5" fmla="*/ 1872269 h 2048267"/>
                <a:gd name="connsiteX6" fmla="*/ 485196 w 577468"/>
                <a:gd name="connsiteY6" fmla="*/ 2040545 h 2048267"/>
                <a:gd name="connsiteX7" fmla="*/ 543201 w 577468"/>
                <a:gd name="connsiteY7" fmla="*/ 2047915 h 2048267"/>
                <a:gd name="connsiteX8" fmla="*/ 543201 w 577468"/>
                <a:gd name="connsiteY8" fmla="*/ 2019199 h 2048267"/>
                <a:gd name="connsiteX9" fmla="*/ 350229 w 577468"/>
                <a:gd name="connsiteY9" fmla="*/ 1889690 h 2048267"/>
                <a:gd name="connsiteX10" fmla="*/ 209329 w 577468"/>
                <a:gd name="connsiteY10" fmla="*/ 1677574 h 2048267"/>
                <a:gd name="connsiteX11" fmla="*/ 45935 w 577468"/>
                <a:gd name="connsiteY11" fmla="*/ 1197441 h 2048267"/>
                <a:gd name="connsiteX12" fmla="*/ 52444 w 577468"/>
                <a:gd name="connsiteY12" fmla="*/ 732911 h 2048267"/>
                <a:gd name="connsiteX13" fmla="*/ 214019 w 577468"/>
                <a:gd name="connsiteY13" fmla="*/ 332035 h 2048267"/>
                <a:gd name="connsiteX14" fmla="*/ 520899 w 577468"/>
                <a:gd name="connsiteY14" fmla="*/ 49278 h 2048267"/>
                <a:gd name="connsiteX15" fmla="*/ 569812 w 577468"/>
                <a:gd name="connsiteY15" fmla="*/ 26113 h 2048267"/>
                <a:gd name="connsiteX16" fmla="*/ 555454 w 577468"/>
                <a:gd name="connsiteY16" fmla="*/ 1322 h 2048267"/>
                <a:gd name="connsiteX17" fmla="*/ 555454 w 577468"/>
                <a:gd name="connsiteY17" fmla="*/ 1322 h 2048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7468" h="2048267">
                  <a:moveTo>
                    <a:pt x="555454" y="1322"/>
                  </a:moveTo>
                  <a:cubicBezTo>
                    <a:pt x="420297" y="59615"/>
                    <a:pt x="306390" y="156867"/>
                    <a:pt x="219189" y="274699"/>
                  </a:cubicBezTo>
                  <a:cubicBezTo>
                    <a:pt x="130743" y="394253"/>
                    <a:pt x="70152" y="533909"/>
                    <a:pt x="35215" y="678064"/>
                  </a:cubicBezTo>
                  <a:cubicBezTo>
                    <a:pt x="-2308" y="833035"/>
                    <a:pt x="-8817" y="993557"/>
                    <a:pt x="10806" y="1151591"/>
                  </a:cubicBezTo>
                  <a:cubicBezTo>
                    <a:pt x="32247" y="1324749"/>
                    <a:pt x="83649" y="1493600"/>
                    <a:pt x="162235" y="1649432"/>
                  </a:cubicBezTo>
                  <a:cubicBezTo>
                    <a:pt x="201672" y="1727635"/>
                    <a:pt x="248001" y="1802297"/>
                    <a:pt x="300647" y="1872269"/>
                  </a:cubicBezTo>
                  <a:cubicBezTo>
                    <a:pt x="349368" y="1936975"/>
                    <a:pt x="405268" y="2013647"/>
                    <a:pt x="485196" y="2040545"/>
                  </a:cubicBezTo>
                  <a:cubicBezTo>
                    <a:pt x="503765" y="2046767"/>
                    <a:pt x="523674" y="2049255"/>
                    <a:pt x="543201" y="2047915"/>
                  </a:cubicBezTo>
                  <a:cubicBezTo>
                    <a:pt x="561484" y="2046575"/>
                    <a:pt x="561676" y="2017859"/>
                    <a:pt x="543201" y="2019199"/>
                  </a:cubicBezTo>
                  <a:cubicBezTo>
                    <a:pt x="459255" y="2025134"/>
                    <a:pt x="397420" y="1948558"/>
                    <a:pt x="350229" y="1889690"/>
                  </a:cubicBezTo>
                  <a:cubicBezTo>
                    <a:pt x="297009" y="1823451"/>
                    <a:pt x="250010" y="1752140"/>
                    <a:pt x="209329" y="1677574"/>
                  </a:cubicBezTo>
                  <a:cubicBezTo>
                    <a:pt x="127967" y="1528442"/>
                    <a:pt x="72545" y="1365239"/>
                    <a:pt x="45935" y="1197441"/>
                  </a:cubicBezTo>
                  <a:cubicBezTo>
                    <a:pt x="21526" y="1043715"/>
                    <a:pt x="21718" y="885681"/>
                    <a:pt x="52444" y="732911"/>
                  </a:cubicBezTo>
                  <a:cubicBezTo>
                    <a:pt x="80968" y="590862"/>
                    <a:pt x="134093" y="453121"/>
                    <a:pt x="214019" y="332035"/>
                  </a:cubicBezTo>
                  <a:cubicBezTo>
                    <a:pt x="291553" y="214586"/>
                    <a:pt x="395506" y="114272"/>
                    <a:pt x="520899" y="49278"/>
                  </a:cubicBezTo>
                  <a:cubicBezTo>
                    <a:pt x="536884" y="40950"/>
                    <a:pt x="553252" y="33292"/>
                    <a:pt x="569812" y="26113"/>
                  </a:cubicBezTo>
                  <a:cubicBezTo>
                    <a:pt x="586946" y="18839"/>
                    <a:pt x="572301" y="-5953"/>
                    <a:pt x="555454" y="1322"/>
                  </a:cubicBezTo>
                  <a:lnTo>
                    <a:pt x="555454" y="1322"/>
                  </a:lnTo>
                  <a:close/>
                </a:path>
              </a:pathLst>
            </a:custGeom>
            <a:grpFill/>
            <a:ln w="95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5E094B2-8518-B6B6-0D48-013DC548D8CB}"/>
              </a:ext>
            </a:extLst>
          </p:cNvPr>
          <p:cNvSpPr/>
          <p:nvPr userDrawn="1"/>
        </p:nvSpPr>
        <p:spPr>
          <a:xfrm>
            <a:off x="-103509" y="5107420"/>
            <a:ext cx="1766251" cy="1750580"/>
          </a:xfrm>
          <a:custGeom>
            <a:avLst/>
            <a:gdLst>
              <a:gd name="connsiteX0" fmla="*/ 1766252 w 1766251"/>
              <a:gd name="connsiteY0" fmla="*/ 1750580 h 1750580"/>
              <a:gd name="connsiteX1" fmla="*/ 1210595 w 1766251"/>
              <a:gd name="connsiteY1" fmla="*/ 1296786 h 1750580"/>
              <a:gd name="connsiteX2" fmla="*/ 616048 w 1766251"/>
              <a:gd name="connsiteY2" fmla="*/ 930330 h 1750580"/>
              <a:gd name="connsiteX3" fmla="*/ 429045 w 1766251"/>
              <a:gd name="connsiteY3" fmla="*/ 351549 h 1750580"/>
              <a:gd name="connsiteX4" fmla="*/ 0 w 1766251"/>
              <a:gd name="connsiteY4" fmla="*/ 0 h 1750580"/>
              <a:gd name="connsiteX5" fmla="*/ 0 w 1766251"/>
              <a:gd name="connsiteY5" fmla="*/ 1748956 h 1750580"/>
              <a:gd name="connsiteX6" fmla="*/ 1766252 w 1766251"/>
              <a:gd name="connsiteY6" fmla="*/ 1750580 h 175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66251" h="1750580">
                <a:moveTo>
                  <a:pt x="1766252" y="1750580"/>
                </a:moveTo>
                <a:cubicBezTo>
                  <a:pt x="1681972" y="1528604"/>
                  <a:pt x="1433718" y="1378009"/>
                  <a:pt x="1210595" y="1296786"/>
                </a:cubicBezTo>
                <a:cubicBezTo>
                  <a:pt x="987473" y="1215564"/>
                  <a:pt x="742086" y="1131571"/>
                  <a:pt x="616048" y="930330"/>
                </a:cubicBezTo>
                <a:cubicBezTo>
                  <a:pt x="507974" y="757852"/>
                  <a:pt x="513612" y="536736"/>
                  <a:pt x="429045" y="351549"/>
                </a:cubicBezTo>
                <a:cubicBezTo>
                  <a:pt x="351645" y="181938"/>
                  <a:pt x="179836" y="49115"/>
                  <a:pt x="0" y="0"/>
                </a:cubicBezTo>
                <a:lnTo>
                  <a:pt x="0" y="1748956"/>
                </a:lnTo>
                <a:lnTo>
                  <a:pt x="1766252" y="1750580"/>
                </a:lnTo>
                <a:close/>
              </a:path>
            </a:pathLst>
          </a:custGeom>
          <a:solidFill>
            <a:schemeClr val="accent5"/>
          </a:solidFill>
          <a:ln w="95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A77178E-2696-DADA-86C1-D0E455C256F3}"/>
              </a:ext>
            </a:extLst>
          </p:cNvPr>
          <p:cNvGrpSpPr/>
          <p:nvPr userDrawn="1"/>
        </p:nvGrpSpPr>
        <p:grpSpPr>
          <a:xfrm>
            <a:off x="-99718" y="5407548"/>
            <a:ext cx="2003538" cy="1446734"/>
            <a:chOff x="-99718" y="5407548"/>
            <a:chExt cx="2003538" cy="1446734"/>
          </a:xfrm>
        </p:grpSpPr>
        <p:sp>
          <p:nvSpPr>
            <p:cNvPr id="21" name="Graphic 7">
              <a:extLst>
                <a:ext uri="{FF2B5EF4-FFF2-40B4-BE49-F238E27FC236}">
                  <a16:creationId xmlns:a16="http://schemas.microsoft.com/office/drawing/2014/main" id="{EEAA69DF-BBDA-03DD-D5F6-9D181190C558}"/>
                </a:ext>
              </a:extLst>
            </p:cNvPr>
            <p:cNvSpPr/>
            <p:nvPr userDrawn="1"/>
          </p:nvSpPr>
          <p:spPr>
            <a:xfrm>
              <a:off x="-99718" y="5407548"/>
              <a:ext cx="2003538" cy="1446734"/>
            </a:xfrm>
            <a:custGeom>
              <a:avLst/>
              <a:gdLst>
                <a:gd name="connsiteX0" fmla="*/ 0 w 2003538"/>
                <a:gd name="connsiteY0" fmla="*/ 615591 h 1446734"/>
                <a:gd name="connsiteX1" fmla="*/ 726797 w 2003538"/>
                <a:gd name="connsiteY1" fmla="*/ 1932 h 1446734"/>
                <a:gd name="connsiteX2" fmla="*/ 1875663 w 2003538"/>
                <a:gd name="connsiteY2" fmla="*/ 498057 h 1446734"/>
                <a:gd name="connsiteX3" fmla="*/ 1923536 w 2003538"/>
                <a:gd name="connsiteY3" fmla="*/ 1446734 h 1446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538" h="1446734">
                  <a:moveTo>
                    <a:pt x="0" y="615591"/>
                  </a:moveTo>
                  <a:cubicBezTo>
                    <a:pt x="0" y="615591"/>
                    <a:pt x="365596" y="28115"/>
                    <a:pt x="726797" y="1932"/>
                  </a:cubicBezTo>
                  <a:cubicBezTo>
                    <a:pt x="1087997" y="-24250"/>
                    <a:pt x="1719047" y="219512"/>
                    <a:pt x="1875663" y="498057"/>
                  </a:cubicBezTo>
                  <a:cubicBezTo>
                    <a:pt x="2032374" y="776603"/>
                    <a:pt x="2041070" y="1242245"/>
                    <a:pt x="1923536" y="1446734"/>
                  </a:cubicBezTo>
                </a:path>
              </a:pathLst>
            </a:custGeom>
            <a:noFill/>
            <a:ln w="8884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Graphic 7">
              <a:extLst>
                <a:ext uri="{FF2B5EF4-FFF2-40B4-BE49-F238E27FC236}">
                  <a16:creationId xmlns:a16="http://schemas.microsoft.com/office/drawing/2014/main" id="{D6574DC3-41CE-63C3-67A4-753EC02515C1}"/>
                </a:ext>
              </a:extLst>
            </p:cNvPr>
            <p:cNvSpPr/>
            <p:nvPr userDrawn="1"/>
          </p:nvSpPr>
          <p:spPr>
            <a:xfrm>
              <a:off x="-98253" y="5480366"/>
              <a:ext cx="1977109" cy="1365412"/>
            </a:xfrm>
            <a:custGeom>
              <a:avLst/>
              <a:gdLst>
                <a:gd name="connsiteX0" fmla="*/ 0 w 1977109"/>
                <a:gd name="connsiteY0" fmla="*/ 460118 h 1365412"/>
                <a:gd name="connsiteX1" fmla="*/ 783366 w 1977109"/>
                <a:gd name="connsiteY1" fmla="*/ 7566 h 1365412"/>
                <a:gd name="connsiteX2" fmla="*/ 1827790 w 1977109"/>
                <a:gd name="connsiteY2" fmla="*/ 316593 h 1365412"/>
                <a:gd name="connsiteX3" fmla="*/ 1975710 w 1977109"/>
                <a:gd name="connsiteY3" fmla="*/ 1365413 h 1365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7109" h="1365412">
                  <a:moveTo>
                    <a:pt x="0" y="460118"/>
                  </a:moveTo>
                  <a:cubicBezTo>
                    <a:pt x="0" y="460118"/>
                    <a:pt x="291540" y="29257"/>
                    <a:pt x="783366" y="7566"/>
                  </a:cubicBezTo>
                  <a:cubicBezTo>
                    <a:pt x="1275095" y="-14221"/>
                    <a:pt x="1653783" y="-9826"/>
                    <a:pt x="1827790" y="316593"/>
                  </a:cubicBezTo>
                  <a:cubicBezTo>
                    <a:pt x="2001892" y="643011"/>
                    <a:pt x="1975710" y="1365413"/>
                    <a:pt x="1975710" y="1365413"/>
                  </a:cubicBezTo>
                </a:path>
              </a:pathLst>
            </a:custGeom>
            <a:noFill/>
            <a:ln w="8884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69A84C7-B506-4649-12F3-3F0091889088}"/>
              </a:ext>
            </a:extLst>
          </p:cNvPr>
          <p:cNvGrpSpPr/>
          <p:nvPr userDrawn="1"/>
        </p:nvGrpSpPr>
        <p:grpSpPr>
          <a:xfrm>
            <a:off x="-160522" y="-330917"/>
            <a:ext cx="3316071" cy="1446776"/>
            <a:chOff x="-160522" y="-330917"/>
            <a:chExt cx="3316071" cy="1446776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A2095FF-C346-02E5-DD27-6709DD910B38}"/>
                </a:ext>
              </a:extLst>
            </p:cNvPr>
            <p:cNvSpPr/>
            <p:nvPr userDrawn="1"/>
          </p:nvSpPr>
          <p:spPr>
            <a:xfrm>
              <a:off x="-154108" y="-311677"/>
              <a:ext cx="3309657" cy="1427536"/>
            </a:xfrm>
            <a:custGeom>
              <a:avLst/>
              <a:gdLst>
                <a:gd name="connsiteX0" fmla="*/ 3294115 w 3309657"/>
                <a:gd name="connsiteY0" fmla="*/ 0 h 1427536"/>
                <a:gd name="connsiteX1" fmla="*/ 2940907 w 3309657"/>
                <a:gd name="connsiteY1" fmla="*/ 796201 h 1427536"/>
                <a:gd name="connsiteX2" fmla="*/ 1701618 w 3309657"/>
                <a:gd name="connsiteY2" fmla="*/ 1425465 h 1427536"/>
                <a:gd name="connsiteX3" fmla="*/ 0 w 3309657"/>
                <a:gd name="connsiteY3" fmla="*/ 770548 h 142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09657" h="1427536">
                  <a:moveTo>
                    <a:pt x="3294115" y="0"/>
                  </a:moveTo>
                  <a:cubicBezTo>
                    <a:pt x="3294115" y="0"/>
                    <a:pt x="3422571" y="565036"/>
                    <a:pt x="2940907" y="796201"/>
                  </a:cubicBezTo>
                  <a:cubicBezTo>
                    <a:pt x="2459243" y="1027365"/>
                    <a:pt x="2536394" y="1380572"/>
                    <a:pt x="1701618" y="1425465"/>
                  </a:cubicBezTo>
                  <a:cubicBezTo>
                    <a:pt x="866842" y="1470358"/>
                    <a:pt x="0" y="770548"/>
                    <a:pt x="0" y="770548"/>
                  </a:cubicBezTo>
                </a:path>
              </a:pathLst>
            </a:custGeom>
            <a:noFill/>
            <a:ln w="19139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2C10C17-C058-7347-4E38-DB7F17C03B1C}"/>
                </a:ext>
              </a:extLst>
            </p:cNvPr>
            <p:cNvSpPr/>
            <p:nvPr userDrawn="1"/>
          </p:nvSpPr>
          <p:spPr>
            <a:xfrm>
              <a:off x="-160522" y="-311581"/>
              <a:ext cx="2966185" cy="1042224"/>
            </a:xfrm>
            <a:custGeom>
              <a:avLst/>
              <a:gdLst>
                <a:gd name="connsiteX0" fmla="*/ 0 w 2966185"/>
                <a:gd name="connsiteY0" fmla="*/ 57719 h 1042224"/>
                <a:gd name="connsiteX1" fmla="*/ 391687 w 2966185"/>
                <a:gd name="connsiteY1" fmla="*/ 288884 h 1042224"/>
                <a:gd name="connsiteX2" fmla="*/ 1830074 w 2966185"/>
                <a:gd name="connsiteY2" fmla="*/ 1040191 h 1042224"/>
                <a:gd name="connsiteX3" fmla="*/ 2953829 w 2966185"/>
                <a:gd name="connsiteY3" fmla="*/ 0 h 1042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6185" h="1042224">
                  <a:moveTo>
                    <a:pt x="0" y="57719"/>
                  </a:moveTo>
                  <a:cubicBezTo>
                    <a:pt x="0" y="57719"/>
                    <a:pt x="192589" y="218242"/>
                    <a:pt x="391687" y="288884"/>
                  </a:cubicBezTo>
                  <a:cubicBezTo>
                    <a:pt x="590785" y="359525"/>
                    <a:pt x="1085180" y="1001616"/>
                    <a:pt x="1830074" y="1040191"/>
                  </a:cubicBezTo>
                  <a:cubicBezTo>
                    <a:pt x="2574969" y="1078671"/>
                    <a:pt x="3050124" y="565036"/>
                    <a:pt x="2953829" y="0"/>
                  </a:cubicBezTo>
                </a:path>
              </a:pathLst>
            </a:custGeom>
            <a:noFill/>
            <a:ln w="19139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3E88963-D17C-23A5-8678-A2F3DF27C461}"/>
                </a:ext>
              </a:extLst>
            </p:cNvPr>
            <p:cNvSpPr/>
            <p:nvPr userDrawn="1"/>
          </p:nvSpPr>
          <p:spPr>
            <a:xfrm>
              <a:off x="0" y="-330917"/>
              <a:ext cx="2863852" cy="834797"/>
            </a:xfrm>
            <a:custGeom>
              <a:avLst/>
              <a:gdLst>
                <a:gd name="connsiteX0" fmla="*/ 2863852 w 2863852"/>
                <a:gd name="connsiteY0" fmla="*/ 0 h 834797"/>
                <a:gd name="connsiteX1" fmla="*/ 2170360 w 2863852"/>
                <a:gd name="connsiteY1" fmla="*/ 796201 h 834797"/>
                <a:gd name="connsiteX2" fmla="*/ 1053114 w 2863852"/>
                <a:gd name="connsiteY2" fmla="*/ 764134 h 834797"/>
                <a:gd name="connsiteX3" fmla="*/ 0 w 2863852"/>
                <a:gd name="connsiteY3" fmla="*/ 6413 h 834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3852" h="834797">
                  <a:moveTo>
                    <a:pt x="2863852" y="0"/>
                  </a:moveTo>
                  <a:cubicBezTo>
                    <a:pt x="2863852" y="0"/>
                    <a:pt x="2780384" y="693493"/>
                    <a:pt x="2170360" y="796201"/>
                  </a:cubicBezTo>
                  <a:cubicBezTo>
                    <a:pt x="1560335" y="898908"/>
                    <a:pt x="1245703" y="764134"/>
                    <a:pt x="1053114" y="764134"/>
                  </a:cubicBezTo>
                  <a:cubicBezTo>
                    <a:pt x="860525" y="764134"/>
                    <a:pt x="250404" y="597198"/>
                    <a:pt x="0" y="6413"/>
                  </a:cubicBezTo>
                </a:path>
              </a:pathLst>
            </a:custGeom>
            <a:noFill/>
            <a:ln w="19139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C596FC1-45AE-FFAD-89DF-62406C25B73B}"/>
              </a:ext>
            </a:extLst>
          </p:cNvPr>
          <p:cNvSpPr/>
          <p:nvPr userDrawn="1"/>
        </p:nvSpPr>
        <p:spPr>
          <a:xfrm>
            <a:off x="214124" y="1187440"/>
            <a:ext cx="545008" cy="647483"/>
          </a:xfrm>
          <a:custGeom>
            <a:avLst/>
            <a:gdLst>
              <a:gd name="connsiteX0" fmla="*/ 475811 w 545008"/>
              <a:gd name="connsiteY0" fmla="*/ 90248 h 647483"/>
              <a:gd name="connsiteX1" fmla="*/ 183071 w 545008"/>
              <a:gd name="connsiteY1" fmla="*/ 17039 h 647483"/>
              <a:gd name="connsiteX2" fmla="*/ 52523 w 545008"/>
              <a:gd name="connsiteY2" fmla="*/ 115659 h 647483"/>
              <a:gd name="connsiteX3" fmla="*/ 2 w 545008"/>
              <a:gd name="connsiteY3" fmla="*/ 315447 h 647483"/>
              <a:gd name="connsiteX4" fmla="*/ 33253 w 545008"/>
              <a:gd name="connsiteY4" fmla="*/ 515047 h 647483"/>
              <a:gd name="connsiteX5" fmla="*/ 161439 w 545008"/>
              <a:gd name="connsiteY5" fmla="*/ 643234 h 647483"/>
              <a:gd name="connsiteX6" fmla="*/ 373980 w 545008"/>
              <a:gd name="connsiteY6" fmla="*/ 588634 h 647483"/>
              <a:gd name="connsiteX7" fmla="*/ 464098 w 545008"/>
              <a:gd name="connsiteY7" fmla="*/ 526005 h 647483"/>
              <a:gd name="connsiteX8" fmla="*/ 520964 w 545008"/>
              <a:gd name="connsiteY8" fmla="*/ 456197 h 647483"/>
              <a:gd name="connsiteX9" fmla="*/ 543163 w 545008"/>
              <a:gd name="connsiteY9" fmla="*/ 293532 h 647483"/>
              <a:gd name="connsiteX10" fmla="*/ 496310 w 545008"/>
              <a:gd name="connsiteY10" fmla="*/ 123688 h 647483"/>
              <a:gd name="connsiteX11" fmla="*/ 475811 w 545008"/>
              <a:gd name="connsiteY11" fmla="*/ 90248 h 647483"/>
              <a:gd name="connsiteX12" fmla="*/ 448511 w 545008"/>
              <a:gd name="connsiteY12" fmla="*/ 106212 h 647483"/>
              <a:gd name="connsiteX13" fmla="*/ 505095 w 545008"/>
              <a:gd name="connsiteY13" fmla="*/ 248095 h 647483"/>
              <a:gd name="connsiteX14" fmla="*/ 505945 w 545008"/>
              <a:gd name="connsiteY14" fmla="*/ 402826 h 647483"/>
              <a:gd name="connsiteX15" fmla="*/ 480818 w 545008"/>
              <a:gd name="connsiteY15" fmla="*/ 462243 h 647483"/>
              <a:gd name="connsiteX16" fmla="*/ 411104 w 545008"/>
              <a:gd name="connsiteY16" fmla="*/ 527989 h 647483"/>
              <a:gd name="connsiteX17" fmla="*/ 324576 w 545008"/>
              <a:gd name="connsiteY17" fmla="*/ 579377 h 647483"/>
              <a:gd name="connsiteX18" fmla="*/ 225957 w 545008"/>
              <a:gd name="connsiteY18" fmla="*/ 614045 h 647483"/>
              <a:gd name="connsiteX19" fmla="*/ 133195 w 545008"/>
              <a:gd name="connsiteY19" fmla="*/ 598553 h 647483"/>
              <a:gd name="connsiteX20" fmla="*/ 79445 w 545008"/>
              <a:gd name="connsiteY20" fmla="*/ 540741 h 647483"/>
              <a:gd name="connsiteX21" fmla="*/ 34197 w 545008"/>
              <a:gd name="connsiteY21" fmla="*/ 371370 h 647483"/>
              <a:gd name="connsiteX22" fmla="*/ 54507 w 545008"/>
              <a:gd name="connsiteY22" fmla="*/ 179138 h 647483"/>
              <a:gd name="connsiteX23" fmla="*/ 156716 w 545008"/>
              <a:gd name="connsiteY23" fmla="*/ 62949 h 647483"/>
              <a:gd name="connsiteX24" fmla="*/ 424423 w 545008"/>
              <a:gd name="connsiteY24" fmla="*/ 80235 h 647483"/>
              <a:gd name="connsiteX25" fmla="*/ 448322 w 545008"/>
              <a:gd name="connsiteY25" fmla="*/ 106118 h 647483"/>
              <a:gd name="connsiteX26" fmla="*/ 475811 w 545008"/>
              <a:gd name="connsiteY26" fmla="*/ 90248 h 647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545008" h="647483">
                <a:moveTo>
                  <a:pt x="475811" y="90248"/>
                </a:moveTo>
                <a:cubicBezTo>
                  <a:pt x="409404" y="320"/>
                  <a:pt x="284146" y="-18856"/>
                  <a:pt x="183071" y="17039"/>
                </a:cubicBezTo>
                <a:cubicBezTo>
                  <a:pt x="130361" y="35837"/>
                  <a:pt x="83790" y="68899"/>
                  <a:pt x="52523" y="115659"/>
                </a:cubicBezTo>
                <a:cubicBezTo>
                  <a:pt x="13321" y="174131"/>
                  <a:pt x="-187" y="246017"/>
                  <a:pt x="2" y="315447"/>
                </a:cubicBezTo>
                <a:cubicBezTo>
                  <a:pt x="191" y="381949"/>
                  <a:pt x="9354" y="452702"/>
                  <a:pt x="33253" y="515047"/>
                </a:cubicBezTo>
                <a:cubicBezTo>
                  <a:pt x="55829" y="573992"/>
                  <a:pt x="96732" y="628686"/>
                  <a:pt x="161439" y="643234"/>
                </a:cubicBezTo>
                <a:cubicBezTo>
                  <a:pt x="235781" y="659953"/>
                  <a:pt x="310879" y="624341"/>
                  <a:pt x="373980" y="588634"/>
                </a:cubicBezTo>
                <a:cubicBezTo>
                  <a:pt x="405909" y="570592"/>
                  <a:pt x="436704" y="550282"/>
                  <a:pt x="464098" y="526005"/>
                </a:cubicBezTo>
                <a:cubicBezTo>
                  <a:pt x="486391" y="506262"/>
                  <a:pt x="508117" y="483402"/>
                  <a:pt x="520964" y="456197"/>
                </a:cubicBezTo>
                <a:cubicBezTo>
                  <a:pt x="544580" y="406226"/>
                  <a:pt x="547886" y="347848"/>
                  <a:pt x="543163" y="293532"/>
                </a:cubicBezTo>
                <a:cubicBezTo>
                  <a:pt x="538062" y="234965"/>
                  <a:pt x="523515" y="176115"/>
                  <a:pt x="496310" y="123688"/>
                </a:cubicBezTo>
                <a:cubicBezTo>
                  <a:pt x="490264" y="112069"/>
                  <a:pt x="483368" y="100923"/>
                  <a:pt x="475811" y="90248"/>
                </a:cubicBezTo>
                <a:cubicBezTo>
                  <a:pt x="464098" y="73906"/>
                  <a:pt x="436704" y="89587"/>
                  <a:pt x="448511" y="106212"/>
                </a:cubicBezTo>
                <a:cubicBezTo>
                  <a:pt x="478456" y="147965"/>
                  <a:pt x="495365" y="197936"/>
                  <a:pt x="505095" y="248095"/>
                </a:cubicBezTo>
                <a:cubicBezTo>
                  <a:pt x="514824" y="298444"/>
                  <a:pt x="517564" y="352572"/>
                  <a:pt x="505945" y="402826"/>
                </a:cubicBezTo>
                <a:cubicBezTo>
                  <a:pt x="501033" y="423891"/>
                  <a:pt x="493665" y="444578"/>
                  <a:pt x="480818" y="462243"/>
                </a:cubicBezTo>
                <a:cubicBezTo>
                  <a:pt x="462114" y="487937"/>
                  <a:pt x="436798" y="509663"/>
                  <a:pt x="411104" y="527989"/>
                </a:cubicBezTo>
                <a:cubicBezTo>
                  <a:pt x="383804" y="547448"/>
                  <a:pt x="354521" y="564262"/>
                  <a:pt x="324576" y="579377"/>
                </a:cubicBezTo>
                <a:cubicBezTo>
                  <a:pt x="293498" y="595152"/>
                  <a:pt x="260530" y="608660"/>
                  <a:pt x="225957" y="614045"/>
                </a:cubicBezTo>
                <a:cubicBezTo>
                  <a:pt x="194217" y="619051"/>
                  <a:pt x="161156" y="615178"/>
                  <a:pt x="133195" y="598553"/>
                </a:cubicBezTo>
                <a:cubicBezTo>
                  <a:pt x="110051" y="584856"/>
                  <a:pt x="92670" y="563885"/>
                  <a:pt x="79445" y="540741"/>
                </a:cubicBezTo>
                <a:cubicBezTo>
                  <a:pt x="50540" y="489920"/>
                  <a:pt x="39771" y="428897"/>
                  <a:pt x="34197" y="371370"/>
                </a:cubicBezTo>
                <a:cubicBezTo>
                  <a:pt x="27963" y="306946"/>
                  <a:pt x="30419" y="239972"/>
                  <a:pt x="54507" y="179138"/>
                </a:cubicBezTo>
                <a:cubicBezTo>
                  <a:pt x="74250" y="129073"/>
                  <a:pt x="109484" y="88548"/>
                  <a:pt x="156716" y="62949"/>
                </a:cubicBezTo>
                <a:cubicBezTo>
                  <a:pt x="237481" y="19212"/>
                  <a:pt x="352915" y="16567"/>
                  <a:pt x="424423" y="80235"/>
                </a:cubicBezTo>
                <a:cubicBezTo>
                  <a:pt x="433208" y="88076"/>
                  <a:pt x="441332" y="96672"/>
                  <a:pt x="448322" y="106118"/>
                </a:cubicBezTo>
                <a:cubicBezTo>
                  <a:pt x="460414" y="122365"/>
                  <a:pt x="487902" y="106685"/>
                  <a:pt x="475811" y="90248"/>
                </a:cubicBezTo>
                <a:close/>
              </a:path>
            </a:pathLst>
          </a:custGeom>
          <a:solidFill>
            <a:schemeClr val="accent5"/>
          </a:solidFill>
          <a:ln w="944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28CCBB58-DE80-C8E1-1C70-0BBA2EEABE64}"/>
              </a:ext>
            </a:extLst>
          </p:cNvPr>
          <p:cNvSpPr/>
          <p:nvPr userDrawn="1"/>
        </p:nvSpPr>
        <p:spPr>
          <a:xfrm>
            <a:off x="11633731" y="5741703"/>
            <a:ext cx="469782" cy="545190"/>
          </a:xfrm>
          <a:custGeom>
            <a:avLst/>
            <a:gdLst>
              <a:gd name="connsiteX0" fmla="*/ 400670 w 469782"/>
              <a:gd name="connsiteY0" fmla="*/ 70947 h 545190"/>
              <a:gd name="connsiteX1" fmla="*/ 144393 w 469782"/>
              <a:gd name="connsiteY1" fmla="*/ 16442 h 545190"/>
              <a:gd name="connsiteX2" fmla="*/ 36799 w 469782"/>
              <a:gd name="connsiteY2" fmla="*/ 107599 h 545190"/>
              <a:gd name="connsiteX3" fmla="*/ 242 w 469782"/>
              <a:gd name="connsiteY3" fmla="*/ 278010 h 545190"/>
              <a:gd name="connsiteX4" fmla="*/ 140142 w 469782"/>
              <a:gd name="connsiteY4" fmla="*/ 542411 h 545190"/>
              <a:gd name="connsiteX5" fmla="*/ 318487 w 469782"/>
              <a:gd name="connsiteY5" fmla="*/ 494330 h 545190"/>
              <a:gd name="connsiteX6" fmla="*/ 442234 w 469782"/>
              <a:gd name="connsiteY6" fmla="*/ 382203 h 545190"/>
              <a:gd name="connsiteX7" fmla="*/ 400670 w 469782"/>
              <a:gd name="connsiteY7" fmla="*/ 70947 h 545190"/>
              <a:gd name="connsiteX8" fmla="*/ 381778 w 469782"/>
              <a:gd name="connsiteY8" fmla="*/ 89840 h 545190"/>
              <a:gd name="connsiteX9" fmla="*/ 429670 w 469782"/>
              <a:gd name="connsiteY9" fmla="*/ 343662 h 545190"/>
              <a:gd name="connsiteX10" fmla="*/ 342387 w 469782"/>
              <a:gd name="connsiteY10" fmla="*/ 448043 h 545190"/>
              <a:gd name="connsiteX11" fmla="*/ 269556 w 469782"/>
              <a:gd name="connsiteY11" fmla="*/ 490173 h 545190"/>
              <a:gd name="connsiteX12" fmla="*/ 186995 w 469782"/>
              <a:gd name="connsiteY12" fmla="*/ 517473 h 545190"/>
              <a:gd name="connsiteX13" fmla="*/ 29431 w 469782"/>
              <a:gd name="connsiteY13" fmla="*/ 312583 h 545190"/>
              <a:gd name="connsiteX14" fmla="*/ 128428 w 469782"/>
              <a:gd name="connsiteY14" fmla="*/ 53283 h 545190"/>
              <a:gd name="connsiteX15" fmla="*/ 381872 w 469782"/>
              <a:gd name="connsiteY15" fmla="*/ 89840 h 545190"/>
              <a:gd name="connsiteX16" fmla="*/ 400670 w 469782"/>
              <a:gd name="connsiteY16" fmla="*/ 70947 h 545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69782" h="545190">
                <a:moveTo>
                  <a:pt x="400670" y="70947"/>
                </a:moveTo>
                <a:cubicBezTo>
                  <a:pt x="338230" y="667"/>
                  <a:pt x="230259" y="-17187"/>
                  <a:pt x="144393" y="16442"/>
                </a:cubicBezTo>
                <a:cubicBezTo>
                  <a:pt x="99050" y="34201"/>
                  <a:pt x="61265" y="65185"/>
                  <a:pt x="36799" y="107599"/>
                </a:cubicBezTo>
                <a:cubicBezTo>
                  <a:pt x="7233" y="158892"/>
                  <a:pt x="-1647" y="219537"/>
                  <a:pt x="242" y="278010"/>
                </a:cubicBezTo>
                <a:cubicBezTo>
                  <a:pt x="3265" y="372662"/>
                  <a:pt x="27070" y="520401"/>
                  <a:pt x="140142" y="542411"/>
                </a:cubicBezTo>
                <a:cubicBezTo>
                  <a:pt x="202865" y="554597"/>
                  <a:pt x="265399" y="524557"/>
                  <a:pt x="318487" y="494330"/>
                </a:cubicBezTo>
                <a:cubicBezTo>
                  <a:pt x="366002" y="467219"/>
                  <a:pt x="416351" y="432079"/>
                  <a:pt x="442234" y="382203"/>
                </a:cubicBezTo>
                <a:cubicBezTo>
                  <a:pt x="492677" y="284905"/>
                  <a:pt x="470950" y="152563"/>
                  <a:pt x="400670" y="70947"/>
                </a:cubicBezTo>
                <a:cubicBezTo>
                  <a:pt x="389429" y="57912"/>
                  <a:pt x="370631" y="76899"/>
                  <a:pt x="381778" y="89840"/>
                </a:cubicBezTo>
                <a:cubicBezTo>
                  <a:pt x="439778" y="157192"/>
                  <a:pt x="457631" y="259589"/>
                  <a:pt x="429670" y="343662"/>
                </a:cubicBezTo>
                <a:cubicBezTo>
                  <a:pt x="414745" y="388626"/>
                  <a:pt x="380738" y="421688"/>
                  <a:pt x="342387" y="448043"/>
                </a:cubicBezTo>
                <a:cubicBezTo>
                  <a:pt x="319338" y="463912"/>
                  <a:pt x="294683" y="477799"/>
                  <a:pt x="269556" y="490173"/>
                </a:cubicBezTo>
                <a:cubicBezTo>
                  <a:pt x="243673" y="502926"/>
                  <a:pt x="215806" y="513978"/>
                  <a:pt x="186995" y="517473"/>
                </a:cubicBezTo>
                <a:cubicBezTo>
                  <a:pt x="71184" y="531359"/>
                  <a:pt x="38216" y="402417"/>
                  <a:pt x="29431" y="312583"/>
                </a:cubicBezTo>
                <a:cubicBezTo>
                  <a:pt x="19985" y="216798"/>
                  <a:pt x="36705" y="104671"/>
                  <a:pt x="128428" y="53283"/>
                </a:cubicBezTo>
                <a:cubicBezTo>
                  <a:pt x="208533" y="8413"/>
                  <a:pt x="319716" y="19937"/>
                  <a:pt x="381872" y="89840"/>
                </a:cubicBezTo>
                <a:cubicBezTo>
                  <a:pt x="393208" y="102781"/>
                  <a:pt x="412006" y="83794"/>
                  <a:pt x="400670" y="70947"/>
                </a:cubicBezTo>
                <a:close/>
              </a:path>
            </a:pathLst>
          </a:custGeom>
          <a:solidFill>
            <a:srgbClr val="702455"/>
          </a:solidFill>
          <a:ln w="944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5A15BE95-8473-9221-5709-4FE94F8A88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777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fld id="{CA2C1983-85E7-45E2-ABAC-BABAC97AF800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11029555-67AF-AAD1-07C0-067B7EBBBA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479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D56C7267-20CD-70B1-9EE9-B2369597EB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8A6D1C5-FBBE-8B6A-9C52-07C6B4B851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54725" y="673241"/>
            <a:ext cx="6682549" cy="3667058"/>
          </a:xfrm>
        </p:spPr>
        <p:txBody>
          <a:bodyPr anchor="b">
            <a:noAutofit/>
          </a:bodyPr>
          <a:lstStyle>
            <a:lvl1pPr algn="ctr">
              <a:defRPr sz="4800" b="1" spc="15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34D9BA2A-91FA-BE59-F6BC-05DA1E9CC5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4725" y="4437930"/>
            <a:ext cx="6690002" cy="365125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393575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5410203"/>
            <a:ext cx="7543800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3504" y="725556"/>
            <a:ext cx="8845296" cy="3656168"/>
          </a:xfrm>
        </p:spPr>
        <p:txBody>
          <a:bodyPr>
            <a:normAutofit/>
          </a:bodyPr>
          <a:lstStyle>
            <a:lvl1pPr marL="228600" indent="-228600">
              <a:lnSpc>
                <a:spcPct val="85000"/>
              </a:lnSpc>
              <a:spcBef>
                <a:spcPts val="0"/>
              </a:spcBef>
              <a:buNone/>
              <a:defRPr sz="580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02368" y="6029868"/>
            <a:ext cx="1435608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CA2C1983-85E7-45E2-ABAC-BABAC97AF800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9C8E1515-2B25-410D-A22C-5C4292CCB71B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2" name="Graphic 7">
            <a:extLst>
              <a:ext uri="{FF2B5EF4-FFF2-40B4-BE49-F238E27FC236}">
                <a16:creationId xmlns:a16="http://schemas.microsoft.com/office/drawing/2014/main" id="{C2996961-31D5-5041-8D89-DFA44EC0C22F}"/>
              </a:ext>
            </a:extLst>
          </p:cNvPr>
          <p:cNvSpPr/>
          <p:nvPr userDrawn="1"/>
        </p:nvSpPr>
        <p:spPr>
          <a:xfrm>
            <a:off x="-20320" y="-9825"/>
            <a:ext cx="3383818" cy="1546378"/>
          </a:xfrm>
          <a:custGeom>
            <a:avLst/>
            <a:gdLst>
              <a:gd name="connsiteX0" fmla="*/ 3383819 w 3383818"/>
              <a:gd name="connsiteY0" fmla="*/ 20736 h 1546378"/>
              <a:gd name="connsiteX1" fmla="*/ 1829127 w 3383818"/>
              <a:gd name="connsiteY1" fmla="*/ 847961 h 1546378"/>
              <a:gd name="connsiteX2" fmla="*/ 0 w 3383818"/>
              <a:gd name="connsiteY2" fmla="*/ 1546378 h 1546378"/>
              <a:gd name="connsiteX3" fmla="*/ 16627 w 3383818"/>
              <a:gd name="connsiteY3" fmla="*/ 0 h 1546378"/>
              <a:gd name="connsiteX4" fmla="*/ 3383819 w 3383818"/>
              <a:gd name="connsiteY4" fmla="*/ 20736 h 1546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83818" h="1546378">
                <a:moveTo>
                  <a:pt x="3383819" y="20736"/>
                </a:moveTo>
                <a:cubicBezTo>
                  <a:pt x="3383819" y="20736"/>
                  <a:pt x="3308999" y="864588"/>
                  <a:pt x="1829127" y="847961"/>
                </a:cubicBezTo>
                <a:cubicBezTo>
                  <a:pt x="349256" y="831335"/>
                  <a:pt x="0" y="1546378"/>
                  <a:pt x="0" y="1546378"/>
                </a:cubicBezTo>
                <a:lnTo>
                  <a:pt x="16627" y="0"/>
                </a:lnTo>
                <a:lnTo>
                  <a:pt x="3383819" y="20736"/>
                </a:lnTo>
                <a:close/>
              </a:path>
            </a:pathLst>
          </a:custGeom>
          <a:solidFill>
            <a:schemeClr val="accent2"/>
          </a:solidFill>
          <a:ln w="95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Graphic 7">
            <a:extLst>
              <a:ext uri="{FF2B5EF4-FFF2-40B4-BE49-F238E27FC236}">
                <a16:creationId xmlns:a16="http://schemas.microsoft.com/office/drawing/2014/main" id="{BD753922-00C8-97AD-1A7D-E3E7FCE94B03}"/>
              </a:ext>
            </a:extLst>
          </p:cNvPr>
          <p:cNvSpPr/>
          <p:nvPr userDrawn="1"/>
        </p:nvSpPr>
        <p:spPr>
          <a:xfrm>
            <a:off x="468539" y="714123"/>
            <a:ext cx="1023108" cy="870371"/>
          </a:xfrm>
          <a:custGeom>
            <a:avLst/>
            <a:gdLst>
              <a:gd name="connsiteX0" fmla="*/ 41466 w 1023108"/>
              <a:gd name="connsiteY0" fmla="*/ 321681 h 870371"/>
              <a:gd name="connsiteX1" fmla="*/ 521729 w 1023108"/>
              <a:gd name="connsiteY1" fmla="*/ 12367 h 870371"/>
              <a:gd name="connsiteX2" fmla="*/ 969408 w 1023108"/>
              <a:gd name="connsiteY2" fmla="*/ 541459 h 870371"/>
              <a:gd name="connsiteX3" fmla="*/ 432194 w 1023108"/>
              <a:gd name="connsiteY3" fmla="*/ 858895 h 870371"/>
              <a:gd name="connsiteX4" fmla="*/ 41466 w 1023108"/>
              <a:gd name="connsiteY4" fmla="*/ 321681 h 870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3108" h="870371">
                <a:moveTo>
                  <a:pt x="41466" y="321681"/>
                </a:moveTo>
                <a:cubicBezTo>
                  <a:pt x="69751" y="210072"/>
                  <a:pt x="57711" y="-60828"/>
                  <a:pt x="521729" y="12367"/>
                </a:cubicBezTo>
                <a:cubicBezTo>
                  <a:pt x="985748" y="85563"/>
                  <a:pt x="1107772" y="329803"/>
                  <a:pt x="969408" y="541459"/>
                </a:cubicBezTo>
                <a:cubicBezTo>
                  <a:pt x="831043" y="753115"/>
                  <a:pt x="700801" y="915847"/>
                  <a:pt x="432194" y="858895"/>
                </a:cubicBezTo>
                <a:cubicBezTo>
                  <a:pt x="163491" y="801944"/>
                  <a:pt x="-105116" y="899602"/>
                  <a:pt x="41466" y="321681"/>
                </a:cubicBezTo>
                <a:close/>
              </a:path>
            </a:pathLst>
          </a:custGeom>
          <a:solidFill>
            <a:srgbClr val="EAD06A"/>
          </a:solidFill>
          <a:ln w="95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Freeform: Shape 18">
            <a:extLst>
              <a:ext uri="{FF2B5EF4-FFF2-40B4-BE49-F238E27FC236}">
                <a16:creationId xmlns:a16="http://schemas.microsoft.com/office/drawing/2014/main" id="{033C99B5-BA10-D802-3030-12E0234390FE}"/>
              </a:ext>
            </a:extLst>
          </p:cNvPr>
          <p:cNvSpPr/>
          <p:nvPr userDrawn="1"/>
        </p:nvSpPr>
        <p:spPr>
          <a:xfrm>
            <a:off x="-103509" y="5107420"/>
            <a:ext cx="1766251" cy="1750580"/>
          </a:xfrm>
          <a:custGeom>
            <a:avLst/>
            <a:gdLst>
              <a:gd name="connsiteX0" fmla="*/ 1766252 w 1766251"/>
              <a:gd name="connsiteY0" fmla="*/ 1750580 h 1750580"/>
              <a:gd name="connsiteX1" fmla="*/ 1210595 w 1766251"/>
              <a:gd name="connsiteY1" fmla="*/ 1296786 h 1750580"/>
              <a:gd name="connsiteX2" fmla="*/ 616048 w 1766251"/>
              <a:gd name="connsiteY2" fmla="*/ 930330 h 1750580"/>
              <a:gd name="connsiteX3" fmla="*/ 429045 w 1766251"/>
              <a:gd name="connsiteY3" fmla="*/ 351549 h 1750580"/>
              <a:gd name="connsiteX4" fmla="*/ 0 w 1766251"/>
              <a:gd name="connsiteY4" fmla="*/ 0 h 1750580"/>
              <a:gd name="connsiteX5" fmla="*/ 0 w 1766251"/>
              <a:gd name="connsiteY5" fmla="*/ 1748956 h 1750580"/>
              <a:gd name="connsiteX6" fmla="*/ 1766252 w 1766251"/>
              <a:gd name="connsiteY6" fmla="*/ 1750580 h 175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66251" h="1750580">
                <a:moveTo>
                  <a:pt x="1766252" y="1750580"/>
                </a:moveTo>
                <a:cubicBezTo>
                  <a:pt x="1681972" y="1528604"/>
                  <a:pt x="1433718" y="1378009"/>
                  <a:pt x="1210595" y="1296786"/>
                </a:cubicBezTo>
                <a:cubicBezTo>
                  <a:pt x="987473" y="1215564"/>
                  <a:pt x="742086" y="1131571"/>
                  <a:pt x="616048" y="930330"/>
                </a:cubicBezTo>
                <a:cubicBezTo>
                  <a:pt x="507974" y="757852"/>
                  <a:pt x="513612" y="536736"/>
                  <a:pt x="429045" y="351549"/>
                </a:cubicBezTo>
                <a:cubicBezTo>
                  <a:pt x="351645" y="181938"/>
                  <a:pt x="179836" y="49115"/>
                  <a:pt x="0" y="0"/>
                </a:cubicBezTo>
                <a:lnTo>
                  <a:pt x="0" y="1748956"/>
                </a:lnTo>
                <a:lnTo>
                  <a:pt x="1766252" y="1750580"/>
                </a:lnTo>
                <a:close/>
              </a:path>
            </a:pathLst>
          </a:custGeom>
          <a:solidFill>
            <a:schemeClr val="accent5"/>
          </a:solidFill>
          <a:ln w="95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6" name="Group 29">
            <a:extLst>
              <a:ext uri="{FF2B5EF4-FFF2-40B4-BE49-F238E27FC236}">
                <a16:creationId xmlns:a16="http://schemas.microsoft.com/office/drawing/2014/main" id="{40F96838-9C6F-9705-2C4E-E87FBF67C4C3}"/>
              </a:ext>
            </a:extLst>
          </p:cNvPr>
          <p:cNvGrpSpPr/>
          <p:nvPr userDrawn="1"/>
        </p:nvGrpSpPr>
        <p:grpSpPr>
          <a:xfrm>
            <a:off x="-99718" y="5407548"/>
            <a:ext cx="2003538" cy="1446734"/>
            <a:chOff x="-99718" y="5407548"/>
            <a:chExt cx="2003538" cy="1446734"/>
          </a:xfrm>
        </p:grpSpPr>
        <p:sp>
          <p:nvSpPr>
            <p:cNvPr id="12" name="Graphic 7">
              <a:extLst>
                <a:ext uri="{FF2B5EF4-FFF2-40B4-BE49-F238E27FC236}">
                  <a16:creationId xmlns:a16="http://schemas.microsoft.com/office/drawing/2014/main" id="{28E8C2DB-BC28-AC5E-7493-C1F53559338D}"/>
                </a:ext>
              </a:extLst>
            </p:cNvPr>
            <p:cNvSpPr/>
            <p:nvPr userDrawn="1"/>
          </p:nvSpPr>
          <p:spPr>
            <a:xfrm>
              <a:off x="-99718" y="5407548"/>
              <a:ext cx="2003538" cy="1446734"/>
            </a:xfrm>
            <a:custGeom>
              <a:avLst/>
              <a:gdLst>
                <a:gd name="connsiteX0" fmla="*/ 0 w 2003538"/>
                <a:gd name="connsiteY0" fmla="*/ 615591 h 1446734"/>
                <a:gd name="connsiteX1" fmla="*/ 726797 w 2003538"/>
                <a:gd name="connsiteY1" fmla="*/ 1932 h 1446734"/>
                <a:gd name="connsiteX2" fmla="*/ 1875663 w 2003538"/>
                <a:gd name="connsiteY2" fmla="*/ 498057 h 1446734"/>
                <a:gd name="connsiteX3" fmla="*/ 1923536 w 2003538"/>
                <a:gd name="connsiteY3" fmla="*/ 1446734 h 1446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538" h="1446734">
                  <a:moveTo>
                    <a:pt x="0" y="615591"/>
                  </a:moveTo>
                  <a:cubicBezTo>
                    <a:pt x="0" y="615591"/>
                    <a:pt x="365596" y="28115"/>
                    <a:pt x="726797" y="1932"/>
                  </a:cubicBezTo>
                  <a:cubicBezTo>
                    <a:pt x="1087997" y="-24250"/>
                    <a:pt x="1719047" y="219512"/>
                    <a:pt x="1875663" y="498057"/>
                  </a:cubicBezTo>
                  <a:cubicBezTo>
                    <a:pt x="2032374" y="776603"/>
                    <a:pt x="2041070" y="1242245"/>
                    <a:pt x="1923536" y="1446734"/>
                  </a:cubicBezTo>
                </a:path>
              </a:pathLst>
            </a:custGeom>
            <a:noFill/>
            <a:ln w="8884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Graphic 7">
              <a:extLst>
                <a:ext uri="{FF2B5EF4-FFF2-40B4-BE49-F238E27FC236}">
                  <a16:creationId xmlns:a16="http://schemas.microsoft.com/office/drawing/2014/main" id="{70D8B0A1-5AA7-47C2-0EF0-11BE069E4614}"/>
                </a:ext>
              </a:extLst>
            </p:cNvPr>
            <p:cNvSpPr/>
            <p:nvPr userDrawn="1"/>
          </p:nvSpPr>
          <p:spPr>
            <a:xfrm>
              <a:off x="-98253" y="5480366"/>
              <a:ext cx="1977109" cy="1365412"/>
            </a:xfrm>
            <a:custGeom>
              <a:avLst/>
              <a:gdLst>
                <a:gd name="connsiteX0" fmla="*/ 0 w 1977109"/>
                <a:gd name="connsiteY0" fmla="*/ 460118 h 1365412"/>
                <a:gd name="connsiteX1" fmla="*/ 783366 w 1977109"/>
                <a:gd name="connsiteY1" fmla="*/ 7566 h 1365412"/>
                <a:gd name="connsiteX2" fmla="*/ 1827790 w 1977109"/>
                <a:gd name="connsiteY2" fmla="*/ 316593 h 1365412"/>
                <a:gd name="connsiteX3" fmla="*/ 1975710 w 1977109"/>
                <a:gd name="connsiteY3" fmla="*/ 1365413 h 1365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7109" h="1365412">
                  <a:moveTo>
                    <a:pt x="0" y="460118"/>
                  </a:moveTo>
                  <a:cubicBezTo>
                    <a:pt x="0" y="460118"/>
                    <a:pt x="291540" y="29257"/>
                    <a:pt x="783366" y="7566"/>
                  </a:cubicBezTo>
                  <a:cubicBezTo>
                    <a:pt x="1275095" y="-14221"/>
                    <a:pt x="1653783" y="-9826"/>
                    <a:pt x="1827790" y="316593"/>
                  </a:cubicBezTo>
                  <a:cubicBezTo>
                    <a:pt x="2001892" y="643011"/>
                    <a:pt x="1975710" y="1365413"/>
                    <a:pt x="1975710" y="1365413"/>
                  </a:cubicBezTo>
                </a:path>
              </a:pathLst>
            </a:custGeom>
            <a:noFill/>
            <a:ln w="8884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4" name="Graphic 7">
            <a:extLst>
              <a:ext uri="{FF2B5EF4-FFF2-40B4-BE49-F238E27FC236}">
                <a16:creationId xmlns:a16="http://schemas.microsoft.com/office/drawing/2014/main" id="{DD7B46EB-36EC-D6DF-2E2D-419070C44310}"/>
              </a:ext>
            </a:extLst>
          </p:cNvPr>
          <p:cNvGrpSpPr/>
          <p:nvPr userDrawn="1"/>
        </p:nvGrpSpPr>
        <p:grpSpPr>
          <a:xfrm>
            <a:off x="-1933" y="-60346"/>
            <a:ext cx="2787264" cy="1229765"/>
            <a:chOff x="57950" y="-88231"/>
            <a:chExt cx="2787264" cy="1229765"/>
          </a:xfrm>
          <a:noFill/>
        </p:grpSpPr>
        <p:sp>
          <p:nvSpPr>
            <p:cNvPr id="15" name="Freeform: Shape 22">
              <a:extLst>
                <a:ext uri="{FF2B5EF4-FFF2-40B4-BE49-F238E27FC236}">
                  <a16:creationId xmlns:a16="http://schemas.microsoft.com/office/drawing/2014/main" id="{36E5682E-A20E-6061-6C54-9E1F406E30BC}"/>
                </a:ext>
              </a:extLst>
            </p:cNvPr>
            <p:cNvSpPr/>
            <p:nvPr/>
          </p:nvSpPr>
          <p:spPr>
            <a:xfrm>
              <a:off x="152837" y="-88231"/>
              <a:ext cx="1692864" cy="493538"/>
            </a:xfrm>
            <a:custGeom>
              <a:avLst/>
              <a:gdLst>
                <a:gd name="connsiteX0" fmla="*/ 1692865 w 1692864"/>
                <a:gd name="connsiteY0" fmla="*/ 0 h 493538"/>
                <a:gd name="connsiteX1" fmla="*/ 1282931 w 1692864"/>
                <a:gd name="connsiteY1" fmla="*/ 470707 h 493538"/>
                <a:gd name="connsiteX2" fmla="*/ 622450 w 1692864"/>
                <a:gd name="connsiteY2" fmla="*/ 451692 h 493538"/>
                <a:gd name="connsiteX3" fmla="*/ 0 w 1692864"/>
                <a:gd name="connsiteY3" fmla="*/ 3822 h 49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2864" h="493538">
                  <a:moveTo>
                    <a:pt x="1692865" y="0"/>
                  </a:moveTo>
                  <a:cubicBezTo>
                    <a:pt x="1692865" y="0"/>
                    <a:pt x="1643558" y="409934"/>
                    <a:pt x="1282931" y="470707"/>
                  </a:cubicBezTo>
                  <a:cubicBezTo>
                    <a:pt x="922304" y="531481"/>
                    <a:pt x="736352" y="451692"/>
                    <a:pt x="622450" y="451692"/>
                  </a:cubicBezTo>
                  <a:cubicBezTo>
                    <a:pt x="508547" y="451692"/>
                    <a:pt x="148111" y="352983"/>
                    <a:pt x="0" y="3822"/>
                  </a:cubicBezTo>
                </a:path>
              </a:pathLst>
            </a:custGeom>
            <a:noFill/>
            <a:ln w="11316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23">
              <a:extLst>
                <a:ext uri="{FF2B5EF4-FFF2-40B4-BE49-F238E27FC236}">
                  <a16:creationId xmlns:a16="http://schemas.microsoft.com/office/drawing/2014/main" id="{39694354-120D-C575-4884-224EC08F039B}"/>
                </a:ext>
              </a:extLst>
            </p:cNvPr>
            <p:cNvSpPr/>
            <p:nvPr/>
          </p:nvSpPr>
          <p:spPr>
            <a:xfrm>
              <a:off x="57950" y="-76764"/>
              <a:ext cx="1753305" cy="616102"/>
            </a:xfrm>
            <a:custGeom>
              <a:avLst/>
              <a:gdLst>
                <a:gd name="connsiteX0" fmla="*/ 0 w 1753305"/>
                <a:gd name="connsiteY0" fmla="*/ 34113 h 616102"/>
                <a:gd name="connsiteX1" fmla="*/ 231531 w 1753305"/>
                <a:gd name="connsiteY1" fmla="*/ 170758 h 616102"/>
                <a:gd name="connsiteX2" fmla="*/ 1081786 w 1753305"/>
                <a:gd name="connsiteY2" fmla="*/ 614901 h 616102"/>
                <a:gd name="connsiteX3" fmla="*/ 1745994 w 1753305"/>
                <a:gd name="connsiteY3" fmla="*/ 0 h 616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53305" h="616102">
                  <a:moveTo>
                    <a:pt x="0" y="34113"/>
                  </a:moveTo>
                  <a:cubicBezTo>
                    <a:pt x="0" y="34113"/>
                    <a:pt x="113902" y="129000"/>
                    <a:pt x="231531" y="170758"/>
                  </a:cubicBezTo>
                  <a:cubicBezTo>
                    <a:pt x="349161" y="212516"/>
                    <a:pt x="641465" y="592063"/>
                    <a:pt x="1081786" y="614901"/>
                  </a:cubicBezTo>
                  <a:cubicBezTo>
                    <a:pt x="1522107" y="637643"/>
                    <a:pt x="1802945" y="334063"/>
                    <a:pt x="1745994" y="0"/>
                  </a:cubicBezTo>
                </a:path>
              </a:pathLst>
            </a:custGeom>
            <a:noFill/>
            <a:ln w="11316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24">
              <a:extLst>
                <a:ext uri="{FF2B5EF4-FFF2-40B4-BE49-F238E27FC236}">
                  <a16:creationId xmlns:a16="http://schemas.microsoft.com/office/drawing/2014/main" id="{9C898AEE-2971-09BB-83A2-633BC147A3C5}"/>
                </a:ext>
              </a:extLst>
            </p:cNvPr>
            <p:cNvSpPr/>
            <p:nvPr/>
          </p:nvSpPr>
          <p:spPr>
            <a:xfrm>
              <a:off x="61773" y="-76859"/>
              <a:ext cx="1956407" cy="843932"/>
            </a:xfrm>
            <a:custGeom>
              <a:avLst/>
              <a:gdLst>
                <a:gd name="connsiteX0" fmla="*/ 1947234 w 1956407"/>
                <a:gd name="connsiteY0" fmla="*/ 0 h 843932"/>
                <a:gd name="connsiteX1" fmla="*/ 1738445 w 1956407"/>
                <a:gd name="connsiteY1" fmla="*/ 470707 h 843932"/>
                <a:gd name="connsiteX2" fmla="*/ 1005915 w 1956407"/>
                <a:gd name="connsiteY2" fmla="*/ 842706 h 843932"/>
                <a:gd name="connsiteX3" fmla="*/ 0 w 1956407"/>
                <a:gd name="connsiteY3" fmla="*/ 455514 h 843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56407" h="843932">
                  <a:moveTo>
                    <a:pt x="1947234" y="0"/>
                  </a:moveTo>
                  <a:cubicBezTo>
                    <a:pt x="1947234" y="0"/>
                    <a:pt x="2023105" y="334063"/>
                    <a:pt x="1738445" y="470707"/>
                  </a:cubicBezTo>
                  <a:cubicBezTo>
                    <a:pt x="1453784" y="607352"/>
                    <a:pt x="1499269" y="816141"/>
                    <a:pt x="1005915" y="842706"/>
                  </a:cubicBezTo>
                  <a:cubicBezTo>
                    <a:pt x="512561" y="869270"/>
                    <a:pt x="0" y="455514"/>
                    <a:pt x="0" y="455514"/>
                  </a:cubicBezTo>
                </a:path>
              </a:pathLst>
            </a:custGeom>
            <a:noFill/>
            <a:ln w="11316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25">
              <a:extLst>
                <a:ext uri="{FF2B5EF4-FFF2-40B4-BE49-F238E27FC236}">
                  <a16:creationId xmlns:a16="http://schemas.microsoft.com/office/drawing/2014/main" id="{B7714DF2-F715-FDEB-5BB2-FCDD122104E5}"/>
                </a:ext>
              </a:extLst>
            </p:cNvPr>
            <p:cNvSpPr/>
            <p:nvPr/>
          </p:nvSpPr>
          <p:spPr>
            <a:xfrm>
              <a:off x="57950" y="-85651"/>
              <a:ext cx="2787264" cy="1227185"/>
            </a:xfrm>
            <a:custGeom>
              <a:avLst/>
              <a:gdLst>
                <a:gd name="connsiteX0" fmla="*/ 0 w 2787264"/>
                <a:gd name="connsiteY0" fmla="*/ 1064013 h 1227185"/>
                <a:gd name="connsiteX1" fmla="*/ 2787264 w 2787264"/>
                <a:gd name="connsiteY1" fmla="*/ 0 h 122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87264" h="1227185">
                  <a:moveTo>
                    <a:pt x="0" y="1064013"/>
                  </a:moveTo>
                  <a:cubicBezTo>
                    <a:pt x="0" y="1064013"/>
                    <a:pt x="1876332" y="1842123"/>
                    <a:pt x="2787264" y="0"/>
                  </a:cubicBezTo>
                </a:path>
              </a:pathLst>
            </a:custGeom>
            <a:noFill/>
            <a:ln w="11316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1" name="Freeform: Shape 26">
            <a:extLst>
              <a:ext uri="{FF2B5EF4-FFF2-40B4-BE49-F238E27FC236}">
                <a16:creationId xmlns:a16="http://schemas.microsoft.com/office/drawing/2014/main" id="{5DAE9ED0-EF38-15EC-2252-50052AD2D5F2}"/>
              </a:ext>
            </a:extLst>
          </p:cNvPr>
          <p:cNvSpPr/>
          <p:nvPr userDrawn="1"/>
        </p:nvSpPr>
        <p:spPr>
          <a:xfrm flipV="1">
            <a:off x="7454319" y="-16636"/>
            <a:ext cx="4737681" cy="2934200"/>
          </a:xfrm>
          <a:custGeom>
            <a:avLst/>
            <a:gdLst>
              <a:gd name="connsiteX0" fmla="*/ 204496 w 4737681"/>
              <a:gd name="connsiteY0" fmla="*/ 2934200 h 2934200"/>
              <a:gd name="connsiteX1" fmla="*/ 231266 w 4737681"/>
              <a:gd name="connsiteY1" fmla="*/ 1993755 h 2934200"/>
              <a:gd name="connsiteX2" fmla="*/ 1361937 w 4737681"/>
              <a:gd name="connsiteY2" fmla="*/ 1973986 h 2934200"/>
              <a:gd name="connsiteX3" fmla="*/ 2886778 w 4737681"/>
              <a:gd name="connsiteY3" fmla="*/ 1240321 h 2934200"/>
              <a:gd name="connsiteX4" fmla="*/ 3329663 w 4737681"/>
              <a:gd name="connsiteY4" fmla="*/ 490671 h 2934200"/>
              <a:gd name="connsiteX5" fmla="*/ 4737682 w 4737681"/>
              <a:gd name="connsiteY5" fmla="*/ 1151 h 2934200"/>
              <a:gd name="connsiteX6" fmla="*/ 4737682 w 4737681"/>
              <a:gd name="connsiteY6" fmla="*/ 2934200 h 2934200"/>
              <a:gd name="connsiteX7" fmla="*/ 204496 w 4737681"/>
              <a:gd name="connsiteY7" fmla="*/ 2934200 h 2934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37681" h="2934200">
                <a:moveTo>
                  <a:pt x="204496" y="2934200"/>
                </a:moveTo>
                <a:cubicBezTo>
                  <a:pt x="-82499" y="2725906"/>
                  <a:pt x="-61784" y="2193441"/>
                  <a:pt x="231266" y="1993755"/>
                </a:cubicBezTo>
                <a:cubicBezTo>
                  <a:pt x="550802" y="1776096"/>
                  <a:pt x="976943" y="1938040"/>
                  <a:pt x="1361937" y="1973986"/>
                </a:cubicBezTo>
                <a:cubicBezTo>
                  <a:pt x="1952009" y="2029039"/>
                  <a:pt x="2561567" y="1735800"/>
                  <a:pt x="2886778" y="1240321"/>
                </a:cubicBezTo>
                <a:cubicBezTo>
                  <a:pt x="3046357" y="997217"/>
                  <a:pt x="3141234" y="712113"/>
                  <a:pt x="3329663" y="490671"/>
                </a:cubicBezTo>
                <a:cubicBezTo>
                  <a:pt x="3655253" y="108042"/>
                  <a:pt x="4235487" y="-13416"/>
                  <a:pt x="4737682" y="1151"/>
                </a:cubicBezTo>
                <a:lnTo>
                  <a:pt x="4737682" y="2934200"/>
                </a:lnTo>
                <a:lnTo>
                  <a:pt x="204496" y="2934200"/>
                </a:lnTo>
                <a:close/>
              </a:path>
            </a:pathLst>
          </a:custGeom>
          <a:solidFill>
            <a:schemeClr val="accent1"/>
          </a:solidFill>
          <a:ln w="9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7">
            <a:extLst>
              <a:ext uri="{FF2B5EF4-FFF2-40B4-BE49-F238E27FC236}">
                <a16:creationId xmlns:a16="http://schemas.microsoft.com/office/drawing/2014/main" id="{DACF73A6-B737-08B0-C50C-81E7655794C9}"/>
              </a:ext>
            </a:extLst>
          </p:cNvPr>
          <p:cNvSpPr/>
          <p:nvPr userDrawn="1"/>
        </p:nvSpPr>
        <p:spPr>
          <a:xfrm flipV="1">
            <a:off x="9898838" y="963113"/>
            <a:ext cx="469782" cy="545190"/>
          </a:xfrm>
          <a:custGeom>
            <a:avLst/>
            <a:gdLst>
              <a:gd name="connsiteX0" fmla="*/ 400670 w 469782"/>
              <a:gd name="connsiteY0" fmla="*/ 70947 h 545190"/>
              <a:gd name="connsiteX1" fmla="*/ 144393 w 469782"/>
              <a:gd name="connsiteY1" fmla="*/ 16442 h 545190"/>
              <a:gd name="connsiteX2" fmla="*/ 36799 w 469782"/>
              <a:gd name="connsiteY2" fmla="*/ 107599 h 545190"/>
              <a:gd name="connsiteX3" fmla="*/ 242 w 469782"/>
              <a:gd name="connsiteY3" fmla="*/ 278010 h 545190"/>
              <a:gd name="connsiteX4" fmla="*/ 140142 w 469782"/>
              <a:gd name="connsiteY4" fmla="*/ 542411 h 545190"/>
              <a:gd name="connsiteX5" fmla="*/ 318487 w 469782"/>
              <a:gd name="connsiteY5" fmla="*/ 494330 h 545190"/>
              <a:gd name="connsiteX6" fmla="*/ 442234 w 469782"/>
              <a:gd name="connsiteY6" fmla="*/ 382203 h 545190"/>
              <a:gd name="connsiteX7" fmla="*/ 400670 w 469782"/>
              <a:gd name="connsiteY7" fmla="*/ 70947 h 545190"/>
              <a:gd name="connsiteX8" fmla="*/ 381778 w 469782"/>
              <a:gd name="connsiteY8" fmla="*/ 89840 h 545190"/>
              <a:gd name="connsiteX9" fmla="*/ 429670 w 469782"/>
              <a:gd name="connsiteY9" fmla="*/ 343662 h 545190"/>
              <a:gd name="connsiteX10" fmla="*/ 342387 w 469782"/>
              <a:gd name="connsiteY10" fmla="*/ 448043 h 545190"/>
              <a:gd name="connsiteX11" fmla="*/ 269556 w 469782"/>
              <a:gd name="connsiteY11" fmla="*/ 490173 h 545190"/>
              <a:gd name="connsiteX12" fmla="*/ 186995 w 469782"/>
              <a:gd name="connsiteY12" fmla="*/ 517473 h 545190"/>
              <a:gd name="connsiteX13" fmla="*/ 29431 w 469782"/>
              <a:gd name="connsiteY13" fmla="*/ 312583 h 545190"/>
              <a:gd name="connsiteX14" fmla="*/ 128428 w 469782"/>
              <a:gd name="connsiteY14" fmla="*/ 53283 h 545190"/>
              <a:gd name="connsiteX15" fmla="*/ 381872 w 469782"/>
              <a:gd name="connsiteY15" fmla="*/ 89840 h 545190"/>
              <a:gd name="connsiteX16" fmla="*/ 400670 w 469782"/>
              <a:gd name="connsiteY16" fmla="*/ 70947 h 545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69782" h="545190">
                <a:moveTo>
                  <a:pt x="400670" y="70947"/>
                </a:moveTo>
                <a:cubicBezTo>
                  <a:pt x="338230" y="667"/>
                  <a:pt x="230259" y="-17187"/>
                  <a:pt x="144393" y="16442"/>
                </a:cubicBezTo>
                <a:cubicBezTo>
                  <a:pt x="99050" y="34201"/>
                  <a:pt x="61265" y="65185"/>
                  <a:pt x="36799" y="107599"/>
                </a:cubicBezTo>
                <a:cubicBezTo>
                  <a:pt x="7233" y="158892"/>
                  <a:pt x="-1647" y="219537"/>
                  <a:pt x="242" y="278010"/>
                </a:cubicBezTo>
                <a:cubicBezTo>
                  <a:pt x="3265" y="372662"/>
                  <a:pt x="27070" y="520401"/>
                  <a:pt x="140142" y="542411"/>
                </a:cubicBezTo>
                <a:cubicBezTo>
                  <a:pt x="202865" y="554597"/>
                  <a:pt x="265399" y="524557"/>
                  <a:pt x="318487" y="494330"/>
                </a:cubicBezTo>
                <a:cubicBezTo>
                  <a:pt x="366002" y="467219"/>
                  <a:pt x="416351" y="432079"/>
                  <a:pt x="442234" y="382203"/>
                </a:cubicBezTo>
                <a:cubicBezTo>
                  <a:pt x="492677" y="284905"/>
                  <a:pt x="470950" y="152563"/>
                  <a:pt x="400670" y="70947"/>
                </a:cubicBezTo>
                <a:cubicBezTo>
                  <a:pt x="389429" y="57912"/>
                  <a:pt x="370631" y="76899"/>
                  <a:pt x="381778" y="89840"/>
                </a:cubicBezTo>
                <a:cubicBezTo>
                  <a:pt x="439778" y="157192"/>
                  <a:pt x="457631" y="259589"/>
                  <a:pt x="429670" y="343662"/>
                </a:cubicBezTo>
                <a:cubicBezTo>
                  <a:pt x="414745" y="388626"/>
                  <a:pt x="380738" y="421688"/>
                  <a:pt x="342387" y="448043"/>
                </a:cubicBezTo>
                <a:cubicBezTo>
                  <a:pt x="319338" y="463912"/>
                  <a:pt x="294683" y="477799"/>
                  <a:pt x="269556" y="490173"/>
                </a:cubicBezTo>
                <a:cubicBezTo>
                  <a:pt x="243673" y="502926"/>
                  <a:pt x="215806" y="513978"/>
                  <a:pt x="186995" y="517473"/>
                </a:cubicBezTo>
                <a:cubicBezTo>
                  <a:pt x="71184" y="531359"/>
                  <a:pt x="38216" y="402417"/>
                  <a:pt x="29431" y="312583"/>
                </a:cubicBezTo>
                <a:cubicBezTo>
                  <a:pt x="19985" y="216798"/>
                  <a:pt x="36705" y="104671"/>
                  <a:pt x="128428" y="53283"/>
                </a:cubicBezTo>
                <a:cubicBezTo>
                  <a:pt x="208533" y="8413"/>
                  <a:pt x="319716" y="19937"/>
                  <a:pt x="381872" y="89840"/>
                </a:cubicBezTo>
                <a:cubicBezTo>
                  <a:pt x="393208" y="102781"/>
                  <a:pt x="412006" y="83794"/>
                  <a:pt x="400670" y="70947"/>
                </a:cubicBezTo>
                <a:close/>
              </a:path>
            </a:pathLst>
          </a:custGeom>
          <a:solidFill>
            <a:schemeClr val="tx2"/>
          </a:solidFill>
          <a:ln w="944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Freeform: Shape 28">
            <a:extLst>
              <a:ext uri="{FF2B5EF4-FFF2-40B4-BE49-F238E27FC236}">
                <a16:creationId xmlns:a16="http://schemas.microsoft.com/office/drawing/2014/main" id="{3CF27CF4-7BF2-62B0-5CBF-8B4AA400BD4F}"/>
              </a:ext>
            </a:extLst>
          </p:cNvPr>
          <p:cNvSpPr/>
          <p:nvPr userDrawn="1"/>
        </p:nvSpPr>
        <p:spPr>
          <a:xfrm flipV="1">
            <a:off x="10107032" y="-9825"/>
            <a:ext cx="1895577" cy="1214995"/>
          </a:xfrm>
          <a:custGeom>
            <a:avLst/>
            <a:gdLst>
              <a:gd name="connsiteX0" fmla="*/ 14980 w 1895577"/>
              <a:gd name="connsiteY0" fmla="*/ 1199304 h 1214995"/>
              <a:gd name="connsiteX1" fmla="*/ 177740 w 1895577"/>
              <a:gd name="connsiteY1" fmla="*/ 931030 h 1214995"/>
              <a:gd name="connsiteX2" fmla="*/ 199939 w 1895577"/>
              <a:gd name="connsiteY2" fmla="*/ 740403 h 1214995"/>
              <a:gd name="connsiteX3" fmla="*/ 225255 w 1895577"/>
              <a:gd name="connsiteY3" fmla="*/ 565270 h 1214995"/>
              <a:gd name="connsiteX4" fmla="*/ 589881 w 1895577"/>
              <a:gd name="connsiteY4" fmla="*/ 61877 h 1214995"/>
              <a:gd name="connsiteX5" fmla="*/ 885928 w 1895577"/>
              <a:gd name="connsiteY5" fmla="*/ 30704 h 1214995"/>
              <a:gd name="connsiteX6" fmla="*/ 1024599 w 1895577"/>
              <a:gd name="connsiteY6" fmla="*/ 94750 h 1214995"/>
              <a:gd name="connsiteX7" fmla="*/ 1165821 w 1895577"/>
              <a:gd name="connsiteY7" fmla="*/ 193370 h 1214995"/>
              <a:gd name="connsiteX8" fmla="*/ 1334909 w 1895577"/>
              <a:gd name="connsiteY8" fmla="*/ 230777 h 1214995"/>
              <a:gd name="connsiteX9" fmla="*/ 1499747 w 1895577"/>
              <a:gd name="connsiteY9" fmla="*/ 264594 h 1214995"/>
              <a:gd name="connsiteX10" fmla="*/ 1737321 w 1895577"/>
              <a:gd name="connsiteY10" fmla="*/ 443318 h 1214995"/>
              <a:gd name="connsiteX11" fmla="*/ 1844442 w 1895577"/>
              <a:gd name="connsiteY11" fmla="*/ 1114004 h 1214995"/>
              <a:gd name="connsiteX12" fmla="*/ 1818181 w 1895577"/>
              <a:gd name="connsiteY12" fmla="*/ 1202704 h 1214995"/>
              <a:gd name="connsiteX13" fmla="*/ 1837546 w 1895577"/>
              <a:gd name="connsiteY13" fmla="*/ 1208089 h 1214995"/>
              <a:gd name="connsiteX14" fmla="*/ 1801083 w 1895577"/>
              <a:gd name="connsiteY14" fmla="*/ 501507 h 1214995"/>
              <a:gd name="connsiteX15" fmla="*/ 1587692 w 1895577"/>
              <a:gd name="connsiteY15" fmla="*/ 284432 h 1214995"/>
              <a:gd name="connsiteX16" fmla="*/ 1449115 w 1895577"/>
              <a:gd name="connsiteY16" fmla="*/ 228415 h 1214995"/>
              <a:gd name="connsiteX17" fmla="*/ 1269352 w 1895577"/>
              <a:gd name="connsiteY17" fmla="*/ 201871 h 1214995"/>
              <a:gd name="connsiteX18" fmla="*/ 1184619 w 1895577"/>
              <a:gd name="connsiteY18" fmla="*/ 179672 h 1214995"/>
              <a:gd name="connsiteX19" fmla="*/ 1107537 w 1895577"/>
              <a:gd name="connsiteY19" fmla="*/ 134708 h 1214995"/>
              <a:gd name="connsiteX20" fmla="*/ 967354 w 1895577"/>
              <a:gd name="connsiteY20" fmla="*/ 37600 h 1214995"/>
              <a:gd name="connsiteX21" fmla="*/ 671497 w 1895577"/>
              <a:gd name="connsiteY21" fmla="*/ 13890 h 1214995"/>
              <a:gd name="connsiteX22" fmla="*/ 404356 w 1895577"/>
              <a:gd name="connsiteY22" fmla="*/ 167015 h 1214995"/>
              <a:gd name="connsiteX23" fmla="*/ 237629 w 1895577"/>
              <a:gd name="connsiteY23" fmla="*/ 447663 h 1214995"/>
              <a:gd name="connsiteX24" fmla="*/ 195971 w 1895577"/>
              <a:gd name="connsiteY24" fmla="*/ 610045 h 1214995"/>
              <a:gd name="connsiteX25" fmla="*/ 175189 w 1895577"/>
              <a:gd name="connsiteY25" fmla="*/ 794626 h 1214995"/>
              <a:gd name="connsiteX26" fmla="*/ 66085 w 1895577"/>
              <a:gd name="connsiteY26" fmla="*/ 1130818 h 1214995"/>
              <a:gd name="connsiteX27" fmla="*/ 4778 w 1895577"/>
              <a:gd name="connsiteY27" fmla="*/ 1182206 h 1214995"/>
              <a:gd name="connsiteX28" fmla="*/ 14980 w 1895577"/>
              <a:gd name="connsiteY28" fmla="*/ 1199304 h 1214995"/>
              <a:gd name="connsiteX29" fmla="*/ 14980 w 1895577"/>
              <a:gd name="connsiteY29" fmla="*/ 1199304 h 1214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895577" h="1214995">
                <a:moveTo>
                  <a:pt x="14980" y="1199304"/>
                </a:moveTo>
                <a:cubicBezTo>
                  <a:pt x="109065" y="1141965"/>
                  <a:pt x="157336" y="1035506"/>
                  <a:pt x="177740" y="931030"/>
                </a:cubicBezTo>
                <a:cubicBezTo>
                  <a:pt x="190020" y="868117"/>
                  <a:pt x="194365" y="804072"/>
                  <a:pt x="199939" y="740403"/>
                </a:cubicBezTo>
                <a:cubicBezTo>
                  <a:pt x="205134" y="681459"/>
                  <a:pt x="212408" y="623081"/>
                  <a:pt x="225255" y="565270"/>
                </a:cubicBezTo>
                <a:cubicBezTo>
                  <a:pt x="271636" y="357168"/>
                  <a:pt x="386219" y="149822"/>
                  <a:pt x="589881" y="61877"/>
                </a:cubicBezTo>
                <a:cubicBezTo>
                  <a:pt x="681982" y="22108"/>
                  <a:pt x="787592" y="7656"/>
                  <a:pt x="885928" y="30704"/>
                </a:cubicBezTo>
                <a:cubicBezTo>
                  <a:pt x="936276" y="42512"/>
                  <a:pt x="982941" y="64239"/>
                  <a:pt x="1024599" y="94750"/>
                </a:cubicBezTo>
                <a:cubicBezTo>
                  <a:pt x="1070980" y="128757"/>
                  <a:pt x="1112449" y="169943"/>
                  <a:pt x="1165821" y="193370"/>
                </a:cubicBezTo>
                <a:cubicBezTo>
                  <a:pt x="1219287" y="216796"/>
                  <a:pt x="1277476" y="223975"/>
                  <a:pt x="1334909" y="230777"/>
                </a:cubicBezTo>
                <a:cubicBezTo>
                  <a:pt x="1390926" y="237389"/>
                  <a:pt x="1446564" y="244852"/>
                  <a:pt x="1499747" y="264594"/>
                </a:cubicBezTo>
                <a:cubicBezTo>
                  <a:pt x="1594115" y="299451"/>
                  <a:pt x="1675731" y="364442"/>
                  <a:pt x="1737321" y="443318"/>
                </a:cubicBezTo>
                <a:cubicBezTo>
                  <a:pt x="1885627" y="632905"/>
                  <a:pt x="1901781" y="887388"/>
                  <a:pt x="1844442" y="1114004"/>
                </a:cubicBezTo>
                <a:cubicBezTo>
                  <a:pt x="1836885" y="1143949"/>
                  <a:pt x="1828005" y="1173516"/>
                  <a:pt x="1818181" y="1202704"/>
                </a:cubicBezTo>
                <a:cubicBezTo>
                  <a:pt x="1814025" y="1214985"/>
                  <a:pt x="1833484" y="1220275"/>
                  <a:pt x="1837546" y="1208089"/>
                </a:cubicBezTo>
                <a:cubicBezTo>
                  <a:pt x="1914628" y="980150"/>
                  <a:pt x="1926624" y="714993"/>
                  <a:pt x="1801083" y="501507"/>
                </a:cubicBezTo>
                <a:cubicBezTo>
                  <a:pt x="1749223" y="413279"/>
                  <a:pt x="1676203" y="336386"/>
                  <a:pt x="1587692" y="284432"/>
                </a:cubicBezTo>
                <a:cubicBezTo>
                  <a:pt x="1544617" y="259116"/>
                  <a:pt x="1497763" y="239845"/>
                  <a:pt x="1449115" y="228415"/>
                </a:cubicBezTo>
                <a:cubicBezTo>
                  <a:pt x="1389981" y="214529"/>
                  <a:pt x="1329053" y="212073"/>
                  <a:pt x="1269352" y="201871"/>
                </a:cubicBezTo>
                <a:cubicBezTo>
                  <a:pt x="1240541" y="196959"/>
                  <a:pt x="1211824" y="190347"/>
                  <a:pt x="1184619" y="179672"/>
                </a:cubicBezTo>
                <a:cubicBezTo>
                  <a:pt x="1156658" y="168715"/>
                  <a:pt x="1131436" y="152751"/>
                  <a:pt x="1107537" y="134708"/>
                </a:cubicBezTo>
                <a:cubicBezTo>
                  <a:pt x="1061817" y="100229"/>
                  <a:pt x="1020065" y="61688"/>
                  <a:pt x="967354" y="37600"/>
                </a:cubicBezTo>
                <a:cubicBezTo>
                  <a:pt x="874970" y="-4719"/>
                  <a:pt x="769549" y="-9348"/>
                  <a:pt x="671497" y="13890"/>
                </a:cubicBezTo>
                <a:cubicBezTo>
                  <a:pt x="569666" y="38073"/>
                  <a:pt x="477093" y="91917"/>
                  <a:pt x="404356" y="167015"/>
                </a:cubicBezTo>
                <a:cubicBezTo>
                  <a:pt x="327841" y="246080"/>
                  <a:pt x="273620" y="344226"/>
                  <a:pt x="237629" y="447663"/>
                </a:cubicBezTo>
                <a:cubicBezTo>
                  <a:pt x="219209" y="500468"/>
                  <a:pt x="205606" y="554973"/>
                  <a:pt x="195971" y="610045"/>
                </a:cubicBezTo>
                <a:cubicBezTo>
                  <a:pt x="185297" y="671163"/>
                  <a:pt x="180574" y="732847"/>
                  <a:pt x="175189" y="794626"/>
                </a:cubicBezTo>
                <a:cubicBezTo>
                  <a:pt x="164893" y="912043"/>
                  <a:pt x="147606" y="1039095"/>
                  <a:pt x="66085" y="1130818"/>
                </a:cubicBezTo>
                <a:cubicBezTo>
                  <a:pt x="48231" y="1150939"/>
                  <a:pt x="27827" y="1168226"/>
                  <a:pt x="4778" y="1182206"/>
                </a:cubicBezTo>
                <a:cubicBezTo>
                  <a:pt x="-6274" y="1188724"/>
                  <a:pt x="3834" y="1206106"/>
                  <a:pt x="14980" y="1199304"/>
                </a:cubicBezTo>
                <a:lnTo>
                  <a:pt x="14980" y="1199304"/>
                </a:lnTo>
                <a:close/>
              </a:path>
            </a:pathLst>
          </a:custGeom>
          <a:solidFill>
            <a:schemeClr val="tx2"/>
          </a:solidFill>
          <a:ln w="944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53648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mart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raphic 7">
            <a:extLst>
              <a:ext uri="{FF2B5EF4-FFF2-40B4-BE49-F238E27FC236}">
                <a16:creationId xmlns:a16="http://schemas.microsoft.com/office/drawing/2014/main" id="{419601B1-2A01-A2CB-5C3B-27E8089FB168}"/>
              </a:ext>
            </a:extLst>
          </p:cNvPr>
          <p:cNvSpPr/>
          <p:nvPr userDrawn="1"/>
        </p:nvSpPr>
        <p:spPr>
          <a:xfrm>
            <a:off x="222154" y="197033"/>
            <a:ext cx="1730598" cy="1472358"/>
          </a:xfrm>
          <a:custGeom>
            <a:avLst/>
            <a:gdLst>
              <a:gd name="connsiteX0" fmla="*/ 70078 w 1730598"/>
              <a:gd name="connsiteY0" fmla="*/ 544165 h 1472358"/>
              <a:gd name="connsiteX1" fmla="*/ 882455 w 1730598"/>
              <a:gd name="connsiteY1" fmla="*/ 20959 h 1472358"/>
              <a:gd name="connsiteX2" fmla="*/ 1639793 w 1730598"/>
              <a:gd name="connsiteY2" fmla="*/ 915942 h 1472358"/>
              <a:gd name="connsiteX3" fmla="*/ 731026 w 1730598"/>
              <a:gd name="connsiteY3" fmla="*/ 1452933 h 1472358"/>
              <a:gd name="connsiteX4" fmla="*/ 70078 w 1730598"/>
              <a:gd name="connsiteY4" fmla="*/ 544165 h 1472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30598" h="1472358">
                <a:moveTo>
                  <a:pt x="70078" y="544165"/>
                </a:moveTo>
                <a:cubicBezTo>
                  <a:pt x="117938" y="355405"/>
                  <a:pt x="97645" y="-102999"/>
                  <a:pt x="882455" y="20959"/>
                </a:cubicBezTo>
                <a:cubicBezTo>
                  <a:pt x="1667265" y="144916"/>
                  <a:pt x="1873829" y="557949"/>
                  <a:pt x="1639793" y="915942"/>
                </a:cubicBezTo>
                <a:cubicBezTo>
                  <a:pt x="1405757" y="1273936"/>
                  <a:pt x="1185410" y="1549323"/>
                  <a:pt x="731026" y="1452933"/>
                </a:cubicBezTo>
                <a:cubicBezTo>
                  <a:pt x="276642" y="1356542"/>
                  <a:pt x="-177742" y="1521755"/>
                  <a:pt x="70078" y="544165"/>
                </a:cubicBezTo>
                <a:close/>
              </a:path>
            </a:pathLst>
          </a:custGeom>
          <a:solidFill>
            <a:schemeClr val="accent4"/>
          </a:solidFill>
          <a:ln w="957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Graphic 12">
            <a:extLst>
              <a:ext uri="{FF2B5EF4-FFF2-40B4-BE49-F238E27FC236}">
                <a16:creationId xmlns:a16="http://schemas.microsoft.com/office/drawing/2014/main" id="{44ADCE2C-CE25-95C4-291D-D081F2AECAC4}"/>
              </a:ext>
            </a:extLst>
          </p:cNvPr>
          <p:cNvSpPr/>
          <p:nvPr userDrawn="1"/>
        </p:nvSpPr>
        <p:spPr>
          <a:xfrm>
            <a:off x="8990481" y="3504"/>
            <a:ext cx="2718721" cy="6851558"/>
          </a:xfrm>
          <a:custGeom>
            <a:avLst/>
            <a:gdLst>
              <a:gd name="connsiteX0" fmla="*/ 2508456 w 2718721"/>
              <a:gd name="connsiteY0" fmla="*/ 0 h 6851558"/>
              <a:gd name="connsiteX1" fmla="*/ 2678485 w 2718721"/>
              <a:gd name="connsiteY1" fmla="*/ 969119 h 6851558"/>
              <a:gd name="connsiteX2" fmla="*/ 1343827 w 2718721"/>
              <a:gd name="connsiteY2" fmla="*/ 1904232 h 6851558"/>
              <a:gd name="connsiteX3" fmla="*/ 9264 w 2718721"/>
              <a:gd name="connsiteY3" fmla="*/ 3442830 h 6851558"/>
              <a:gd name="connsiteX4" fmla="*/ 468295 w 2718721"/>
              <a:gd name="connsiteY4" fmla="*/ 5108926 h 6851558"/>
              <a:gd name="connsiteX5" fmla="*/ 782778 w 2718721"/>
              <a:gd name="connsiteY5" fmla="*/ 6851559 h 6851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18721" h="6851558">
                <a:moveTo>
                  <a:pt x="2508456" y="0"/>
                </a:moveTo>
                <a:cubicBezTo>
                  <a:pt x="2533936" y="50961"/>
                  <a:pt x="2822939" y="654541"/>
                  <a:pt x="2678485" y="969119"/>
                </a:cubicBezTo>
                <a:cubicBezTo>
                  <a:pt x="2533936" y="1283602"/>
                  <a:pt x="1717891" y="1725677"/>
                  <a:pt x="1343827" y="1904232"/>
                </a:cubicBezTo>
                <a:cubicBezTo>
                  <a:pt x="969763" y="2082786"/>
                  <a:pt x="94231" y="2694702"/>
                  <a:pt x="9264" y="3442830"/>
                </a:cubicBezTo>
                <a:cubicBezTo>
                  <a:pt x="-75703" y="4190958"/>
                  <a:pt x="451340" y="4700951"/>
                  <a:pt x="468295" y="5108926"/>
                </a:cubicBezTo>
                <a:cubicBezTo>
                  <a:pt x="485251" y="5516996"/>
                  <a:pt x="451340" y="6537076"/>
                  <a:pt x="782778" y="6851559"/>
                </a:cubicBezTo>
              </a:path>
            </a:pathLst>
          </a:custGeom>
          <a:noFill/>
          <a:ln w="15722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5" name="Graphic 12">
            <a:extLst>
              <a:ext uri="{FF2B5EF4-FFF2-40B4-BE49-F238E27FC236}">
                <a16:creationId xmlns:a16="http://schemas.microsoft.com/office/drawing/2014/main" id="{D54AF565-4ACA-4BF6-48B5-322A45064F79}"/>
              </a:ext>
            </a:extLst>
          </p:cNvPr>
          <p:cNvGrpSpPr/>
          <p:nvPr userDrawn="1"/>
        </p:nvGrpSpPr>
        <p:grpSpPr>
          <a:xfrm>
            <a:off x="11359223" y="1576884"/>
            <a:ext cx="882282" cy="3336032"/>
            <a:chOff x="11308423" y="1576884"/>
            <a:chExt cx="882282" cy="3336032"/>
          </a:xfrm>
          <a:solidFill>
            <a:schemeClr val="tx2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56E4F83-B38E-9EF0-18BB-93127901C2BE}"/>
                </a:ext>
              </a:extLst>
            </p:cNvPr>
            <p:cNvSpPr/>
            <p:nvPr/>
          </p:nvSpPr>
          <p:spPr>
            <a:xfrm>
              <a:off x="11308423" y="1879115"/>
              <a:ext cx="862171" cy="3033800"/>
            </a:xfrm>
            <a:custGeom>
              <a:avLst/>
              <a:gdLst>
                <a:gd name="connsiteX0" fmla="*/ 840099 w 862171"/>
                <a:gd name="connsiteY0" fmla="*/ 772 h 3033800"/>
                <a:gd name="connsiteX1" fmla="*/ 312393 w 862171"/>
                <a:gd name="connsiteY1" fmla="*/ 408558 h 3033800"/>
                <a:gd name="connsiteX2" fmla="*/ 42240 w 862171"/>
                <a:gd name="connsiteY2" fmla="*/ 1116807 h 3033800"/>
                <a:gd name="connsiteX3" fmla="*/ 22822 w 862171"/>
                <a:gd name="connsiteY3" fmla="*/ 1908319 h 3033800"/>
                <a:gd name="connsiteX4" fmla="*/ 278197 w 862171"/>
                <a:gd name="connsiteY4" fmla="*/ 2580574 h 3033800"/>
                <a:gd name="connsiteX5" fmla="*/ 770287 w 862171"/>
                <a:gd name="connsiteY5" fmla="*/ 3002473 h 3033800"/>
                <a:gd name="connsiteX6" fmla="*/ 844930 w 862171"/>
                <a:gd name="connsiteY6" fmla="*/ 3032879 h 3033800"/>
                <a:gd name="connsiteX7" fmla="*/ 852507 w 862171"/>
                <a:gd name="connsiteY7" fmla="*/ 3005504 h 3033800"/>
                <a:gd name="connsiteX8" fmla="*/ 345072 w 862171"/>
                <a:gd name="connsiteY8" fmla="*/ 2623957 h 3033800"/>
                <a:gd name="connsiteX9" fmla="*/ 66584 w 862171"/>
                <a:gd name="connsiteY9" fmla="*/ 1994802 h 3033800"/>
                <a:gd name="connsiteX10" fmla="*/ 54839 w 862171"/>
                <a:gd name="connsiteY10" fmla="*/ 1220435 h 3033800"/>
                <a:gd name="connsiteX11" fmla="*/ 288333 w 862171"/>
                <a:gd name="connsiteY11" fmla="*/ 497409 h 3033800"/>
                <a:gd name="connsiteX12" fmla="*/ 770571 w 862171"/>
                <a:gd name="connsiteY12" fmla="*/ 57417 h 3033800"/>
                <a:gd name="connsiteX13" fmla="*/ 847676 w 862171"/>
                <a:gd name="connsiteY13" fmla="*/ 28147 h 3033800"/>
                <a:gd name="connsiteX14" fmla="*/ 840099 w 862171"/>
                <a:gd name="connsiteY14" fmla="*/ 772 h 3033800"/>
                <a:gd name="connsiteX15" fmla="*/ 840099 w 862171"/>
                <a:gd name="connsiteY15" fmla="*/ 772 h 303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62171" h="3033800">
                  <a:moveTo>
                    <a:pt x="840099" y="772"/>
                  </a:moveTo>
                  <a:cubicBezTo>
                    <a:pt x="623465" y="71815"/>
                    <a:pt x="442543" y="223752"/>
                    <a:pt x="312393" y="408558"/>
                  </a:cubicBezTo>
                  <a:cubicBezTo>
                    <a:pt x="165192" y="617518"/>
                    <a:pt x="85434" y="866926"/>
                    <a:pt x="42240" y="1116807"/>
                  </a:cubicBezTo>
                  <a:cubicBezTo>
                    <a:pt x="-2754" y="1377392"/>
                    <a:pt x="-15825" y="1646124"/>
                    <a:pt x="22822" y="1908319"/>
                  </a:cubicBezTo>
                  <a:cubicBezTo>
                    <a:pt x="58059" y="2147686"/>
                    <a:pt x="139806" y="2380896"/>
                    <a:pt x="278197" y="2580574"/>
                  </a:cubicBezTo>
                  <a:cubicBezTo>
                    <a:pt x="402570" y="2759980"/>
                    <a:pt x="570231" y="2912296"/>
                    <a:pt x="770287" y="3002473"/>
                  </a:cubicBezTo>
                  <a:cubicBezTo>
                    <a:pt x="794821" y="3013461"/>
                    <a:pt x="819638" y="3023597"/>
                    <a:pt x="844930" y="3032879"/>
                  </a:cubicBezTo>
                  <a:cubicBezTo>
                    <a:pt x="862169" y="3039131"/>
                    <a:pt x="869558" y="3011756"/>
                    <a:pt x="852507" y="3005504"/>
                  </a:cubicBezTo>
                  <a:cubicBezTo>
                    <a:pt x="650083" y="2931620"/>
                    <a:pt x="476644" y="2793228"/>
                    <a:pt x="345072" y="2623957"/>
                  </a:cubicBezTo>
                  <a:cubicBezTo>
                    <a:pt x="202323" y="2440193"/>
                    <a:pt x="111957" y="2222139"/>
                    <a:pt x="66584" y="1994802"/>
                  </a:cubicBezTo>
                  <a:cubicBezTo>
                    <a:pt x="15813" y="1740374"/>
                    <a:pt x="19507" y="1476663"/>
                    <a:pt x="54839" y="1220435"/>
                  </a:cubicBezTo>
                  <a:cubicBezTo>
                    <a:pt x="89508" y="968754"/>
                    <a:pt x="156004" y="716599"/>
                    <a:pt x="288333" y="497409"/>
                  </a:cubicBezTo>
                  <a:cubicBezTo>
                    <a:pt x="402191" y="308908"/>
                    <a:pt x="567294" y="146457"/>
                    <a:pt x="770571" y="57417"/>
                  </a:cubicBezTo>
                  <a:cubicBezTo>
                    <a:pt x="795768" y="46334"/>
                    <a:pt x="821533" y="36767"/>
                    <a:pt x="847676" y="28147"/>
                  </a:cubicBezTo>
                  <a:cubicBezTo>
                    <a:pt x="864916" y="22464"/>
                    <a:pt x="857528" y="-4912"/>
                    <a:pt x="840099" y="772"/>
                  </a:cubicBezTo>
                  <a:lnTo>
                    <a:pt x="840099" y="772"/>
                  </a:lnTo>
                  <a:close/>
                </a:path>
              </a:pathLst>
            </a:custGeom>
            <a:grpFill/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1480799-B1DA-8A30-4BF3-075D59BE6445}"/>
                </a:ext>
              </a:extLst>
            </p:cNvPr>
            <p:cNvSpPr/>
            <p:nvPr/>
          </p:nvSpPr>
          <p:spPr>
            <a:xfrm>
              <a:off x="11619310" y="1576884"/>
              <a:ext cx="571395" cy="2026945"/>
            </a:xfrm>
            <a:custGeom>
              <a:avLst/>
              <a:gdLst>
                <a:gd name="connsiteX0" fmla="*/ 549671 w 571395"/>
                <a:gd name="connsiteY0" fmla="*/ 1308 h 2026945"/>
                <a:gd name="connsiteX1" fmla="*/ 216907 w 571395"/>
                <a:gd name="connsiteY1" fmla="*/ 271839 h 2026945"/>
                <a:gd name="connsiteX2" fmla="*/ 34848 w 571395"/>
                <a:gd name="connsiteY2" fmla="*/ 671005 h 2026945"/>
                <a:gd name="connsiteX3" fmla="*/ 10693 w 571395"/>
                <a:gd name="connsiteY3" fmla="*/ 1139603 h 2026945"/>
                <a:gd name="connsiteX4" fmla="*/ 160546 w 571395"/>
                <a:gd name="connsiteY4" fmla="*/ 1632262 h 2026945"/>
                <a:gd name="connsiteX5" fmla="*/ 297517 w 571395"/>
                <a:gd name="connsiteY5" fmla="*/ 1852779 h 2026945"/>
                <a:gd name="connsiteX6" fmla="*/ 480144 w 571395"/>
                <a:gd name="connsiteY6" fmla="*/ 2019303 h 2026945"/>
                <a:gd name="connsiteX7" fmla="*/ 537547 w 571395"/>
                <a:gd name="connsiteY7" fmla="*/ 2026597 h 2026945"/>
                <a:gd name="connsiteX8" fmla="*/ 537547 w 571395"/>
                <a:gd name="connsiteY8" fmla="*/ 1998180 h 2026945"/>
                <a:gd name="connsiteX9" fmla="*/ 346584 w 571395"/>
                <a:gd name="connsiteY9" fmla="*/ 1870018 h 2026945"/>
                <a:gd name="connsiteX10" fmla="*/ 207150 w 571395"/>
                <a:gd name="connsiteY10" fmla="*/ 1660111 h 2026945"/>
                <a:gd name="connsiteX11" fmla="*/ 45457 w 571395"/>
                <a:gd name="connsiteY11" fmla="*/ 1184976 h 2026945"/>
                <a:gd name="connsiteX12" fmla="*/ 51898 w 571395"/>
                <a:gd name="connsiteY12" fmla="*/ 725282 h 2026945"/>
                <a:gd name="connsiteX13" fmla="*/ 211792 w 571395"/>
                <a:gd name="connsiteY13" fmla="*/ 328579 h 2026945"/>
                <a:gd name="connsiteX14" fmla="*/ 515476 w 571395"/>
                <a:gd name="connsiteY14" fmla="*/ 48765 h 2026945"/>
                <a:gd name="connsiteX15" fmla="*/ 563880 w 571395"/>
                <a:gd name="connsiteY15" fmla="*/ 25841 h 2026945"/>
                <a:gd name="connsiteX16" fmla="*/ 549671 w 571395"/>
                <a:gd name="connsiteY16" fmla="*/ 1308 h 2026945"/>
                <a:gd name="connsiteX17" fmla="*/ 549671 w 571395"/>
                <a:gd name="connsiteY17" fmla="*/ 1308 h 2026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395" h="2026945">
                  <a:moveTo>
                    <a:pt x="549671" y="1308"/>
                  </a:moveTo>
                  <a:cubicBezTo>
                    <a:pt x="415921" y="58995"/>
                    <a:pt x="303200" y="155234"/>
                    <a:pt x="216907" y="271839"/>
                  </a:cubicBezTo>
                  <a:cubicBezTo>
                    <a:pt x="129382" y="390149"/>
                    <a:pt x="69422" y="528351"/>
                    <a:pt x="34848" y="671005"/>
                  </a:cubicBezTo>
                  <a:cubicBezTo>
                    <a:pt x="-2284" y="824363"/>
                    <a:pt x="-8725" y="983214"/>
                    <a:pt x="10693" y="1139603"/>
                  </a:cubicBezTo>
                  <a:cubicBezTo>
                    <a:pt x="31911" y="1310959"/>
                    <a:pt x="82778" y="1478052"/>
                    <a:pt x="160546" y="1632262"/>
                  </a:cubicBezTo>
                  <a:cubicBezTo>
                    <a:pt x="199572" y="1709651"/>
                    <a:pt x="245419" y="1783536"/>
                    <a:pt x="297517" y="1852779"/>
                  </a:cubicBezTo>
                  <a:cubicBezTo>
                    <a:pt x="345731" y="1916812"/>
                    <a:pt x="401050" y="1992686"/>
                    <a:pt x="480144" y="2019303"/>
                  </a:cubicBezTo>
                  <a:cubicBezTo>
                    <a:pt x="498521" y="2025460"/>
                    <a:pt x="518223" y="2027923"/>
                    <a:pt x="537547" y="2026597"/>
                  </a:cubicBezTo>
                  <a:cubicBezTo>
                    <a:pt x="555639" y="2025271"/>
                    <a:pt x="555828" y="1996853"/>
                    <a:pt x="537547" y="1998180"/>
                  </a:cubicBezTo>
                  <a:cubicBezTo>
                    <a:pt x="454474" y="2004053"/>
                    <a:pt x="393282" y="1928274"/>
                    <a:pt x="346584" y="1870018"/>
                  </a:cubicBezTo>
                  <a:cubicBezTo>
                    <a:pt x="293917" y="1804470"/>
                    <a:pt x="247408" y="1733900"/>
                    <a:pt x="207150" y="1660111"/>
                  </a:cubicBezTo>
                  <a:cubicBezTo>
                    <a:pt x="126635" y="1512531"/>
                    <a:pt x="71790" y="1351027"/>
                    <a:pt x="45457" y="1184976"/>
                  </a:cubicBezTo>
                  <a:cubicBezTo>
                    <a:pt x="21302" y="1032850"/>
                    <a:pt x="21492" y="876461"/>
                    <a:pt x="51898" y="725282"/>
                  </a:cubicBezTo>
                  <a:cubicBezTo>
                    <a:pt x="80126" y="584712"/>
                    <a:pt x="132697" y="448404"/>
                    <a:pt x="211792" y="328579"/>
                  </a:cubicBezTo>
                  <a:cubicBezTo>
                    <a:pt x="288518" y="212353"/>
                    <a:pt x="391388" y="113082"/>
                    <a:pt x="515476" y="48765"/>
                  </a:cubicBezTo>
                  <a:cubicBezTo>
                    <a:pt x="531295" y="40524"/>
                    <a:pt x="547493" y="32946"/>
                    <a:pt x="563880" y="25841"/>
                  </a:cubicBezTo>
                  <a:cubicBezTo>
                    <a:pt x="580741" y="18642"/>
                    <a:pt x="566248" y="-5891"/>
                    <a:pt x="549671" y="1308"/>
                  </a:cubicBezTo>
                  <a:lnTo>
                    <a:pt x="549671" y="1308"/>
                  </a:lnTo>
                  <a:close/>
                </a:path>
              </a:pathLst>
            </a:custGeom>
            <a:grpFill/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FCFE3A0-1EE9-8B5B-8847-01B9158C4A59}"/>
              </a:ext>
            </a:extLst>
          </p:cNvPr>
          <p:cNvGrpSpPr/>
          <p:nvPr userDrawn="1"/>
        </p:nvGrpSpPr>
        <p:grpSpPr>
          <a:xfrm>
            <a:off x="-65448" y="5429163"/>
            <a:ext cx="2022137" cy="1448910"/>
            <a:chOff x="-65448" y="5429163"/>
            <a:chExt cx="2022137" cy="1448910"/>
          </a:xfrm>
        </p:grpSpPr>
        <p:sp>
          <p:nvSpPr>
            <p:cNvPr id="26" name="Graphic 7">
              <a:extLst>
                <a:ext uri="{FF2B5EF4-FFF2-40B4-BE49-F238E27FC236}">
                  <a16:creationId xmlns:a16="http://schemas.microsoft.com/office/drawing/2014/main" id="{7385B1BC-6942-8FC6-1225-AB19FB05530F}"/>
                </a:ext>
              </a:extLst>
            </p:cNvPr>
            <p:cNvSpPr/>
            <p:nvPr userDrawn="1"/>
          </p:nvSpPr>
          <p:spPr>
            <a:xfrm>
              <a:off x="-49846" y="5429163"/>
              <a:ext cx="2006535" cy="1448910"/>
            </a:xfrm>
            <a:custGeom>
              <a:avLst/>
              <a:gdLst>
                <a:gd name="connsiteX0" fmla="*/ 0 w 3589698"/>
                <a:gd name="connsiteY0" fmla="*/ 1102890 h 2592105"/>
                <a:gd name="connsiteX1" fmla="*/ 1302177 w 3589698"/>
                <a:gd name="connsiteY1" fmla="*/ 3448 h 2592105"/>
                <a:gd name="connsiteX2" fmla="*/ 3360640 w 3589698"/>
                <a:gd name="connsiteY2" fmla="*/ 892306 h 2592105"/>
                <a:gd name="connsiteX3" fmla="*/ 3446406 w 3589698"/>
                <a:gd name="connsiteY3" fmla="*/ 2592105 h 2592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89698" h="2592105">
                  <a:moveTo>
                    <a:pt x="0" y="1102890"/>
                  </a:moveTo>
                  <a:cubicBezTo>
                    <a:pt x="0" y="1102890"/>
                    <a:pt x="655013" y="50255"/>
                    <a:pt x="1302177" y="3448"/>
                  </a:cubicBezTo>
                  <a:cubicBezTo>
                    <a:pt x="1949342" y="-43359"/>
                    <a:pt x="3079989" y="393316"/>
                    <a:pt x="3360640" y="892306"/>
                  </a:cubicBezTo>
                  <a:cubicBezTo>
                    <a:pt x="3641387" y="1391295"/>
                    <a:pt x="3656894" y="2225688"/>
                    <a:pt x="3446406" y="2592105"/>
                  </a:cubicBezTo>
                </a:path>
              </a:pathLst>
            </a:custGeom>
            <a:noFill/>
            <a:ln w="15915" cap="flat">
              <a:solidFill>
                <a:schemeClr val="accent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Graphic 7">
              <a:extLst>
                <a:ext uri="{FF2B5EF4-FFF2-40B4-BE49-F238E27FC236}">
                  <a16:creationId xmlns:a16="http://schemas.microsoft.com/office/drawing/2014/main" id="{8DDEBAB9-CEA8-B8CE-D135-751F5AD38A43}"/>
                </a:ext>
              </a:extLst>
            </p:cNvPr>
            <p:cNvSpPr/>
            <p:nvPr userDrawn="1"/>
          </p:nvSpPr>
          <p:spPr>
            <a:xfrm>
              <a:off x="-65448" y="5495126"/>
              <a:ext cx="1980153" cy="1367440"/>
            </a:xfrm>
            <a:custGeom>
              <a:avLst/>
              <a:gdLst>
                <a:gd name="connsiteX0" fmla="*/ 0 w 3542501"/>
                <a:gd name="connsiteY0" fmla="*/ 824473 h 2446355"/>
                <a:gd name="connsiteX1" fmla="*/ 1403545 w 3542501"/>
                <a:gd name="connsiteY1" fmla="*/ 13531 h 2446355"/>
                <a:gd name="connsiteX2" fmla="*/ 3274875 w 3542501"/>
                <a:gd name="connsiteY2" fmla="*/ 567177 h 2446355"/>
                <a:gd name="connsiteX3" fmla="*/ 3540020 w 3542501"/>
                <a:gd name="connsiteY3" fmla="*/ 2446356 h 2446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42501" h="2446355">
                  <a:moveTo>
                    <a:pt x="0" y="824473"/>
                  </a:moveTo>
                  <a:cubicBezTo>
                    <a:pt x="0" y="824473"/>
                    <a:pt x="522441" y="52489"/>
                    <a:pt x="1403545" y="13531"/>
                  </a:cubicBezTo>
                  <a:cubicBezTo>
                    <a:pt x="2284650" y="-25427"/>
                    <a:pt x="2963019" y="-17674"/>
                    <a:pt x="3274875" y="567177"/>
                  </a:cubicBezTo>
                  <a:cubicBezTo>
                    <a:pt x="3586731" y="1152027"/>
                    <a:pt x="3540020" y="2446356"/>
                    <a:pt x="3540020" y="2446356"/>
                  </a:cubicBezTo>
                </a:path>
              </a:pathLst>
            </a:custGeom>
            <a:noFill/>
            <a:ln w="15915" cap="flat">
              <a:solidFill>
                <a:schemeClr val="accent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8" name="Graphic 7">
            <a:extLst>
              <a:ext uri="{FF2B5EF4-FFF2-40B4-BE49-F238E27FC236}">
                <a16:creationId xmlns:a16="http://schemas.microsoft.com/office/drawing/2014/main" id="{C084FF0E-8FB2-8C75-EF55-815FA99EF986}"/>
              </a:ext>
            </a:extLst>
          </p:cNvPr>
          <p:cNvGrpSpPr/>
          <p:nvPr userDrawn="1"/>
        </p:nvGrpSpPr>
        <p:grpSpPr>
          <a:xfrm>
            <a:off x="-50229" y="-74466"/>
            <a:ext cx="2006918" cy="885444"/>
            <a:chOff x="-50229" y="-74467"/>
            <a:chExt cx="4715272" cy="2080359"/>
          </a:xfrm>
          <a:noFill/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1966160-01B0-164A-45AF-A9E868AD500B}"/>
                </a:ext>
              </a:extLst>
            </p:cNvPr>
            <p:cNvSpPr/>
            <p:nvPr/>
          </p:nvSpPr>
          <p:spPr>
            <a:xfrm>
              <a:off x="110293" y="-74467"/>
              <a:ext cx="2863852" cy="834797"/>
            </a:xfrm>
            <a:custGeom>
              <a:avLst/>
              <a:gdLst>
                <a:gd name="connsiteX0" fmla="*/ 2863852 w 2863852"/>
                <a:gd name="connsiteY0" fmla="*/ 0 h 834797"/>
                <a:gd name="connsiteX1" fmla="*/ 2170360 w 2863852"/>
                <a:gd name="connsiteY1" fmla="*/ 796201 h 834797"/>
                <a:gd name="connsiteX2" fmla="*/ 1053114 w 2863852"/>
                <a:gd name="connsiteY2" fmla="*/ 764134 h 834797"/>
                <a:gd name="connsiteX3" fmla="*/ 0 w 2863852"/>
                <a:gd name="connsiteY3" fmla="*/ 6413 h 834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3852" h="834797">
                  <a:moveTo>
                    <a:pt x="2863852" y="0"/>
                  </a:moveTo>
                  <a:cubicBezTo>
                    <a:pt x="2863852" y="0"/>
                    <a:pt x="2780384" y="693493"/>
                    <a:pt x="2170360" y="796201"/>
                  </a:cubicBezTo>
                  <a:cubicBezTo>
                    <a:pt x="1560335" y="898908"/>
                    <a:pt x="1245703" y="764134"/>
                    <a:pt x="1053114" y="764134"/>
                  </a:cubicBezTo>
                  <a:cubicBezTo>
                    <a:pt x="860525" y="764134"/>
                    <a:pt x="250404" y="597198"/>
                    <a:pt x="0" y="6413"/>
                  </a:cubicBezTo>
                </a:path>
              </a:pathLst>
            </a:custGeom>
            <a:noFill/>
            <a:ln w="19139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F8643DD-E255-F066-E74B-EF5DD5036984}"/>
                </a:ext>
              </a:extLst>
            </p:cNvPr>
            <p:cNvSpPr/>
            <p:nvPr/>
          </p:nvSpPr>
          <p:spPr>
            <a:xfrm>
              <a:off x="-50229" y="-55131"/>
              <a:ext cx="2966185" cy="1042224"/>
            </a:xfrm>
            <a:custGeom>
              <a:avLst/>
              <a:gdLst>
                <a:gd name="connsiteX0" fmla="*/ 0 w 2966185"/>
                <a:gd name="connsiteY0" fmla="*/ 57719 h 1042224"/>
                <a:gd name="connsiteX1" fmla="*/ 391687 w 2966185"/>
                <a:gd name="connsiteY1" fmla="*/ 288884 h 1042224"/>
                <a:gd name="connsiteX2" fmla="*/ 1830074 w 2966185"/>
                <a:gd name="connsiteY2" fmla="*/ 1040191 h 1042224"/>
                <a:gd name="connsiteX3" fmla="*/ 2953829 w 2966185"/>
                <a:gd name="connsiteY3" fmla="*/ 0 h 1042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6185" h="1042224">
                  <a:moveTo>
                    <a:pt x="0" y="57719"/>
                  </a:moveTo>
                  <a:cubicBezTo>
                    <a:pt x="0" y="57719"/>
                    <a:pt x="192589" y="218242"/>
                    <a:pt x="391687" y="288884"/>
                  </a:cubicBezTo>
                  <a:cubicBezTo>
                    <a:pt x="590785" y="359525"/>
                    <a:pt x="1085180" y="1001616"/>
                    <a:pt x="1830074" y="1040191"/>
                  </a:cubicBezTo>
                  <a:cubicBezTo>
                    <a:pt x="2574969" y="1078671"/>
                    <a:pt x="3050124" y="565036"/>
                    <a:pt x="2953829" y="0"/>
                  </a:cubicBezTo>
                </a:path>
              </a:pathLst>
            </a:custGeom>
            <a:noFill/>
            <a:ln w="19139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0DC6037-75D3-4206-5DC9-B4E4287ED98F}"/>
                </a:ext>
              </a:extLst>
            </p:cNvPr>
            <p:cNvSpPr/>
            <p:nvPr/>
          </p:nvSpPr>
          <p:spPr>
            <a:xfrm>
              <a:off x="-43815" y="-55227"/>
              <a:ext cx="3309657" cy="1427536"/>
            </a:xfrm>
            <a:custGeom>
              <a:avLst/>
              <a:gdLst>
                <a:gd name="connsiteX0" fmla="*/ 3294115 w 3309657"/>
                <a:gd name="connsiteY0" fmla="*/ 0 h 1427536"/>
                <a:gd name="connsiteX1" fmla="*/ 2940907 w 3309657"/>
                <a:gd name="connsiteY1" fmla="*/ 796201 h 1427536"/>
                <a:gd name="connsiteX2" fmla="*/ 1701618 w 3309657"/>
                <a:gd name="connsiteY2" fmla="*/ 1425465 h 1427536"/>
                <a:gd name="connsiteX3" fmla="*/ 0 w 3309657"/>
                <a:gd name="connsiteY3" fmla="*/ 770548 h 142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09657" h="1427536">
                  <a:moveTo>
                    <a:pt x="3294115" y="0"/>
                  </a:moveTo>
                  <a:cubicBezTo>
                    <a:pt x="3294115" y="0"/>
                    <a:pt x="3422571" y="565036"/>
                    <a:pt x="2940907" y="796201"/>
                  </a:cubicBezTo>
                  <a:cubicBezTo>
                    <a:pt x="2459243" y="1027365"/>
                    <a:pt x="2536394" y="1380572"/>
                    <a:pt x="1701618" y="1425465"/>
                  </a:cubicBezTo>
                  <a:cubicBezTo>
                    <a:pt x="866842" y="1470358"/>
                    <a:pt x="0" y="770548"/>
                    <a:pt x="0" y="770548"/>
                  </a:cubicBezTo>
                </a:path>
              </a:pathLst>
            </a:custGeom>
            <a:noFill/>
            <a:ln w="19139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E1AF4CF-213B-E653-5EB0-27E80EA831B5}"/>
                </a:ext>
              </a:extLst>
            </p:cNvPr>
            <p:cNvSpPr/>
            <p:nvPr/>
          </p:nvSpPr>
          <p:spPr>
            <a:xfrm>
              <a:off x="-50229" y="-70255"/>
              <a:ext cx="4715272" cy="2076147"/>
            </a:xfrm>
            <a:custGeom>
              <a:avLst/>
              <a:gdLst>
                <a:gd name="connsiteX0" fmla="*/ 0 w 4715272"/>
                <a:gd name="connsiteY0" fmla="*/ 1800114 h 2076147"/>
                <a:gd name="connsiteX1" fmla="*/ 4715272 w 4715272"/>
                <a:gd name="connsiteY1" fmla="*/ 0 h 2076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15272" h="2076147">
                  <a:moveTo>
                    <a:pt x="0" y="1800114"/>
                  </a:moveTo>
                  <a:cubicBezTo>
                    <a:pt x="0" y="1800114"/>
                    <a:pt x="3174177" y="3116458"/>
                    <a:pt x="4715272" y="0"/>
                  </a:cubicBezTo>
                </a:path>
              </a:pathLst>
            </a:custGeom>
            <a:noFill/>
            <a:ln w="19139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" name="Graphic 24">
            <a:extLst>
              <a:ext uri="{FF2B5EF4-FFF2-40B4-BE49-F238E27FC236}">
                <a16:creationId xmlns:a16="http://schemas.microsoft.com/office/drawing/2014/main" id="{8B272A2B-D2D7-DC1A-3BFE-1DC89BD43532}"/>
              </a:ext>
            </a:extLst>
          </p:cNvPr>
          <p:cNvSpPr/>
          <p:nvPr userDrawn="1"/>
        </p:nvSpPr>
        <p:spPr>
          <a:xfrm>
            <a:off x="8361914" y="6377007"/>
            <a:ext cx="3829064" cy="550270"/>
          </a:xfrm>
          <a:custGeom>
            <a:avLst/>
            <a:gdLst>
              <a:gd name="connsiteX0" fmla="*/ 0 w 3829064"/>
              <a:gd name="connsiteY0" fmla="*/ 492917 h 550270"/>
              <a:gd name="connsiteX1" fmla="*/ 1492157 w 3829064"/>
              <a:gd name="connsiteY1" fmla="*/ 178600 h 550270"/>
              <a:gd name="connsiteX2" fmla="*/ 2155977 w 3829064"/>
              <a:gd name="connsiteY2" fmla="*/ 28 h 550270"/>
              <a:gd name="connsiteX3" fmla="*/ 3829065 w 3829064"/>
              <a:gd name="connsiteY3" fmla="*/ 381604 h 550270"/>
              <a:gd name="connsiteX4" fmla="*/ 3829065 w 3829064"/>
              <a:gd name="connsiteY4" fmla="*/ 550271 h 550270"/>
              <a:gd name="connsiteX5" fmla="*/ 0 w 3829064"/>
              <a:gd name="connsiteY5" fmla="*/ 492917 h 550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29064" h="550270">
                <a:moveTo>
                  <a:pt x="0" y="492917"/>
                </a:moveTo>
                <a:cubicBezTo>
                  <a:pt x="950026" y="18800"/>
                  <a:pt x="1327358" y="68041"/>
                  <a:pt x="1492157" y="178600"/>
                </a:cubicBezTo>
                <a:cubicBezTo>
                  <a:pt x="1656957" y="289157"/>
                  <a:pt x="1878733" y="3801"/>
                  <a:pt x="2155977" y="28"/>
                </a:cubicBezTo>
                <a:cubicBezTo>
                  <a:pt x="2433222" y="-3746"/>
                  <a:pt x="3829065" y="381604"/>
                  <a:pt x="3829065" y="381604"/>
                </a:cubicBezTo>
                <a:lnTo>
                  <a:pt x="3829065" y="550271"/>
                </a:lnTo>
                <a:cubicBezTo>
                  <a:pt x="3790672" y="549139"/>
                  <a:pt x="0" y="492917"/>
                  <a:pt x="0" y="492917"/>
                </a:cubicBezTo>
                <a:close/>
              </a:path>
            </a:pathLst>
          </a:custGeom>
          <a:solidFill>
            <a:srgbClr val="C27C5C"/>
          </a:solidFill>
          <a:ln w="942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SmartArt Placeholder 6">
            <a:extLst>
              <a:ext uri="{FF2B5EF4-FFF2-40B4-BE49-F238E27FC236}">
                <a16:creationId xmlns:a16="http://schemas.microsoft.com/office/drawing/2014/main" id="{C9C1860A-C2D8-69F8-BEF8-A455C1E01E4C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612777" y="1939925"/>
            <a:ext cx="10969623" cy="4240212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SmartArt graphic</a:t>
            </a:r>
          </a:p>
        </p:txBody>
      </p:sp>
      <p:sp>
        <p:nvSpPr>
          <p:cNvPr id="24" name="Title Placeholder 1">
            <a:extLst>
              <a:ext uri="{FF2B5EF4-FFF2-40B4-BE49-F238E27FC236}">
                <a16:creationId xmlns:a16="http://schemas.microsoft.com/office/drawing/2014/main" id="{E954ACE7-B481-DC00-B13C-FABF9202B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7" y="525782"/>
            <a:ext cx="109696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AE9AA162-1C0A-4DD9-299A-F692A18BB5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777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CA2C1983-85E7-45E2-ABAC-BABAC97AF800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FA81490F-82CF-7532-8BA1-FF73D759C0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479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B212B760-6E16-6EE0-84C4-59A04E77B1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41468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81BA2824-0AA0-4D71-C295-BFB36B553BAC}"/>
              </a:ext>
            </a:extLst>
          </p:cNvPr>
          <p:cNvSpPr/>
          <p:nvPr userDrawn="1"/>
        </p:nvSpPr>
        <p:spPr>
          <a:xfrm>
            <a:off x="683286" y="2109130"/>
            <a:ext cx="1881534" cy="1976160"/>
          </a:xfrm>
          <a:custGeom>
            <a:avLst/>
            <a:gdLst>
              <a:gd name="connsiteX0" fmla="*/ 1032887 w 3699554"/>
              <a:gd name="connsiteY0" fmla="*/ 87315 h 3885612"/>
              <a:gd name="connsiteX1" fmla="*/ 547493 w 3699554"/>
              <a:gd name="connsiteY1" fmla="*/ 411641 h 3885612"/>
              <a:gd name="connsiteX2" fmla="*/ 148586 w 3699554"/>
              <a:gd name="connsiteY2" fmla="*/ 1002667 h 3885612"/>
              <a:gd name="connsiteX3" fmla="*/ 100675 w 3699554"/>
              <a:gd name="connsiteY3" fmla="*/ 2451515 h 3885612"/>
              <a:gd name="connsiteX4" fmla="*/ 1012313 w 3699554"/>
              <a:gd name="connsiteY4" fmla="*/ 3619375 h 3885612"/>
              <a:gd name="connsiteX5" fmla="*/ 1854704 w 3699554"/>
              <a:gd name="connsiteY5" fmla="*/ 3885599 h 3885612"/>
              <a:gd name="connsiteX6" fmla="*/ 3249355 w 3699554"/>
              <a:gd name="connsiteY6" fmla="*/ 3050542 h 3885612"/>
              <a:gd name="connsiteX7" fmla="*/ 3581587 w 3699554"/>
              <a:gd name="connsiteY7" fmla="*/ 2444657 h 3885612"/>
              <a:gd name="connsiteX8" fmla="*/ 3657977 w 3699554"/>
              <a:gd name="connsiteY8" fmla="*/ 1406337 h 3885612"/>
              <a:gd name="connsiteX9" fmla="*/ 3003991 w 3699554"/>
              <a:gd name="connsiteY9" fmla="*/ 391639 h 3885612"/>
              <a:gd name="connsiteX10" fmla="*/ 2247229 w 3699554"/>
              <a:gd name="connsiteY10" fmla="*/ 34451 h 3885612"/>
              <a:gd name="connsiteX11" fmla="*/ 1032887 w 3699554"/>
              <a:gd name="connsiteY11" fmla="*/ 87315 h 388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699554" h="3885612">
                <a:moveTo>
                  <a:pt x="1032887" y="87315"/>
                </a:moveTo>
                <a:cubicBezTo>
                  <a:pt x="860961" y="163801"/>
                  <a:pt x="690844" y="294579"/>
                  <a:pt x="547493" y="411641"/>
                </a:cubicBezTo>
                <a:cubicBezTo>
                  <a:pt x="357660" y="566518"/>
                  <a:pt x="233644" y="781021"/>
                  <a:pt x="148586" y="1002667"/>
                </a:cubicBezTo>
                <a:cubicBezTo>
                  <a:pt x="-29055" y="1465201"/>
                  <a:pt x="-50391" y="1980790"/>
                  <a:pt x="100675" y="2451515"/>
                </a:cubicBezTo>
                <a:cubicBezTo>
                  <a:pt x="251742" y="2922241"/>
                  <a:pt x="576259" y="3344579"/>
                  <a:pt x="1012313" y="3619375"/>
                </a:cubicBezTo>
                <a:cubicBezTo>
                  <a:pt x="1261868" y="3776538"/>
                  <a:pt x="1553809" y="3887028"/>
                  <a:pt x="1854704" y="3885599"/>
                </a:cubicBezTo>
                <a:cubicBezTo>
                  <a:pt x="2428109" y="3882932"/>
                  <a:pt x="2912836" y="3484311"/>
                  <a:pt x="3249355" y="3050542"/>
                </a:cubicBezTo>
                <a:cubicBezTo>
                  <a:pt x="3392801" y="2865662"/>
                  <a:pt x="3522341" y="2666114"/>
                  <a:pt x="3581587" y="2444657"/>
                </a:cubicBezTo>
                <a:cubicBezTo>
                  <a:pt x="3669979" y="2114521"/>
                  <a:pt x="3751608" y="1735235"/>
                  <a:pt x="3657977" y="1406337"/>
                </a:cubicBezTo>
                <a:cubicBezTo>
                  <a:pt x="3548725" y="1022289"/>
                  <a:pt x="3328888" y="648147"/>
                  <a:pt x="3003991" y="391639"/>
                </a:cubicBezTo>
                <a:cubicBezTo>
                  <a:pt x="2774248" y="210283"/>
                  <a:pt x="2533170" y="121605"/>
                  <a:pt x="2247229" y="34451"/>
                </a:cubicBezTo>
                <a:cubicBezTo>
                  <a:pt x="1999484" y="-41177"/>
                  <a:pt x="1180048" y="21973"/>
                  <a:pt x="1032887" y="87315"/>
                </a:cubicBezTo>
                <a:close/>
              </a:path>
            </a:pathLst>
          </a:custGeom>
          <a:solidFill>
            <a:srgbClr val="EAD06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75ABA432-31E2-EBBA-943B-19FD0560A6F0}"/>
              </a:ext>
            </a:extLst>
          </p:cNvPr>
          <p:cNvSpPr/>
          <p:nvPr userDrawn="1"/>
        </p:nvSpPr>
        <p:spPr>
          <a:xfrm>
            <a:off x="3488044" y="2156626"/>
            <a:ext cx="1881534" cy="1976160"/>
          </a:xfrm>
          <a:custGeom>
            <a:avLst/>
            <a:gdLst>
              <a:gd name="connsiteX0" fmla="*/ 1032887 w 3699554"/>
              <a:gd name="connsiteY0" fmla="*/ 87315 h 3885612"/>
              <a:gd name="connsiteX1" fmla="*/ 547493 w 3699554"/>
              <a:gd name="connsiteY1" fmla="*/ 411641 h 3885612"/>
              <a:gd name="connsiteX2" fmla="*/ 148586 w 3699554"/>
              <a:gd name="connsiteY2" fmla="*/ 1002667 h 3885612"/>
              <a:gd name="connsiteX3" fmla="*/ 100675 w 3699554"/>
              <a:gd name="connsiteY3" fmla="*/ 2451515 h 3885612"/>
              <a:gd name="connsiteX4" fmla="*/ 1012313 w 3699554"/>
              <a:gd name="connsiteY4" fmla="*/ 3619375 h 3885612"/>
              <a:gd name="connsiteX5" fmla="*/ 1854704 w 3699554"/>
              <a:gd name="connsiteY5" fmla="*/ 3885599 h 3885612"/>
              <a:gd name="connsiteX6" fmla="*/ 3249355 w 3699554"/>
              <a:gd name="connsiteY6" fmla="*/ 3050542 h 3885612"/>
              <a:gd name="connsiteX7" fmla="*/ 3581587 w 3699554"/>
              <a:gd name="connsiteY7" fmla="*/ 2444657 h 3885612"/>
              <a:gd name="connsiteX8" fmla="*/ 3657977 w 3699554"/>
              <a:gd name="connsiteY8" fmla="*/ 1406337 h 3885612"/>
              <a:gd name="connsiteX9" fmla="*/ 3003991 w 3699554"/>
              <a:gd name="connsiteY9" fmla="*/ 391639 h 3885612"/>
              <a:gd name="connsiteX10" fmla="*/ 2247229 w 3699554"/>
              <a:gd name="connsiteY10" fmla="*/ 34451 h 3885612"/>
              <a:gd name="connsiteX11" fmla="*/ 1032887 w 3699554"/>
              <a:gd name="connsiteY11" fmla="*/ 87315 h 388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699554" h="3885612">
                <a:moveTo>
                  <a:pt x="1032887" y="87315"/>
                </a:moveTo>
                <a:cubicBezTo>
                  <a:pt x="860961" y="163801"/>
                  <a:pt x="690844" y="294579"/>
                  <a:pt x="547493" y="411641"/>
                </a:cubicBezTo>
                <a:cubicBezTo>
                  <a:pt x="357660" y="566518"/>
                  <a:pt x="233644" y="781021"/>
                  <a:pt x="148586" y="1002667"/>
                </a:cubicBezTo>
                <a:cubicBezTo>
                  <a:pt x="-29055" y="1465201"/>
                  <a:pt x="-50391" y="1980790"/>
                  <a:pt x="100675" y="2451515"/>
                </a:cubicBezTo>
                <a:cubicBezTo>
                  <a:pt x="251742" y="2922241"/>
                  <a:pt x="576259" y="3344579"/>
                  <a:pt x="1012313" y="3619375"/>
                </a:cubicBezTo>
                <a:cubicBezTo>
                  <a:pt x="1261868" y="3776538"/>
                  <a:pt x="1553809" y="3887028"/>
                  <a:pt x="1854704" y="3885599"/>
                </a:cubicBezTo>
                <a:cubicBezTo>
                  <a:pt x="2428109" y="3882932"/>
                  <a:pt x="2912836" y="3484311"/>
                  <a:pt x="3249355" y="3050542"/>
                </a:cubicBezTo>
                <a:cubicBezTo>
                  <a:pt x="3392801" y="2865662"/>
                  <a:pt x="3522341" y="2666114"/>
                  <a:pt x="3581587" y="2444657"/>
                </a:cubicBezTo>
                <a:cubicBezTo>
                  <a:pt x="3669979" y="2114521"/>
                  <a:pt x="3751608" y="1735235"/>
                  <a:pt x="3657977" y="1406337"/>
                </a:cubicBezTo>
                <a:cubicBezTo>
                  <a:pt x="3548725" y="1022289"/>
                  <a:pt x="3328888" y="648147"/>
                  <a:pt x="3003991" y="391639"/>
                </a:cubicBezTo>
                <a:cubicBezTo>
                  <a:pt x="2774248" y="210283"/>
                  <a:pt x="2533170" y="121605"/>
                  <a:pt x="2247229" y="34451"/>
                </a:cubicBezTo>
                <a:cubicBezTo>
                  <a:pt x="1999484" y="-41177"/>
                  <a:pt x="1180048" y="21973"/>
                  <a:pt x="1032887" y="87315"/>
                </a:cubicBezTo>
                <a:close/>
              </a:path>
            </a:pathLst>
          </a:custGeom>
          <a:solidFill>
            <a:srgbClr val="EAD06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9FB30EA5-4F51-CDEC-38EE-98BE0322C01E}"/>
              </a:ext>
            </a:extLst>
          </p:cNvPr>
          <p:cNvSpPr/>
          <p:nvPr userDrawn="1"/>
        </p:nvSpPr>
        <p:spPr>
          <a:xfrm>
            <a:off x="9070481" y="2654560"/>
            <a:ext cx="1881534" cy="1976160"/>
          </a:xfrm>
          <a:custGeom>
            <a:avLst/>
            <a:gdLst>
              <a:gd name="connsiteX0" fmla="*/ 1032887 w 3699554"/>
              <a:gd name="connsiteY0" fmla="*/ 87315 h 3885612"/>
              <a:gd name="connsiteX1" fmla="*/ 547493 w 3699554"/>
              <a:gd name="connsiteY1" fmla="*/ 411641 h 3885612"/>
              <a:gd name="connsiteX2" fmla="*/ 148586 w 3699554"/>
              <a:gd name="connsiteY2" fmla="*/ 1002667 h 3885612"/>
              <a:gd name="connsiteX3" fmla="*/ 100675 w 3699554"/>
              <a:gd name="connsiteY3" fmla="*/ 2451515 h 3885612"/>
              <a:gd name="connsiteX4" fmla="*/ 1012313 w 3699554"/>
              <a:gd name="connsiteY4" fmla="*/ 3619375 h 3885612"/>
              <a:gd name="connsiteX5" fmla="*/ 1854704 w 3699554"/>
              <a:gd name="connsiteY5" fmla="*/ 3885599 h 3885612"/>
              <a:gd name="connsiteX6" fmla="*/ 3249355 w 3699554"/>
              <a:gd name="connsiteY6" fmla="*/ 3050542 h 3885612"/>
              <a:gd name="connsiteX7" fmla="*/ 3581587 w 3699554"/>
              <a:gd name="connsiteY7" fmla="*/ 2444657 h 3885612"/>
              <a:gd name="connsiteX8" fmla="*/ 3657977 w 3699554"/>
              <a:gd name="connsiteY8" fmla="*/ 1406337 h 3885612"/>
              <a:gd name="connsiteX9" fmla="*/ 3003991 w 3699554"/>
              <a:gd name="connsiteY9" fmla="*/ 391639 h 3885612"/>
              <a:gd name="connsiteX10" fmla="*/ 2247229 w 3699554"/>
              <a:gd name="connsiteY10" fmla="*/ 34451 h 3885612"/>
              <a:gd name="connsiteX11" fmla="*/ 1032887 w 3699554"/>
              <a:gd name="connsiteY11" fmla="*/ 87315 h 388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699554" h="3885612">
                <a:moveTo>
                  <a:pt x="1032887" y="87315"/>
                </a:moveTo>
                <a:cubicBezTo>
                  <a:pt x="860961" y="163801"/>
                  <a:pt x="690844" y="294579"/>
                  <a:pt x="547493" y="411641"/>
                </a:cubicBezTo>
                <a:cubicBezTo>
                  <a:pt x="357660" y="566518"/>
                  <a:pt x="233644" y="781021"/>
                  <a:pt x="148586" y="1002667"/>
                </a:cubicBezTo>
                <a:cubicBezTo>
                  <a:pt x="-29055" y="1465201"/>
                  <a:pt x="-50391" y="1980790"/>
                  <a:pt x="100675" y="2451515"/>
                </a:cubicBezTo>
                <a:cubicBezTo>
                  <a:pt x="251742" y="2922241"/>
                  <a:pt x="576259" y="3344579"/>
                  <a:pt x="1012313" y="3619375"/>
                </a:cubicBezTo>
                <a:cubicBezTo>
                  <a:pt x="1261868" y="3776538"/>
                  <a:pt x="1553809" y="3887028"/>
                  <a:pt x="1854704" y="3885599"/>
                </a:cubicBezTo>
                <a:cubicBezTo>
                  <a:pt x="2428109" y="3882932"/>
                  <a:pt x="2912836" y="3484311"/>
                  <a:pt x="3249355" y="3050542"/>
                </a:cubicBezTo>
                <a:cubicBezTo>
                  <a:pt x="3392801" y="2865662"/>
                  <a:pt x="3522341" y="2666114"/>
                  <a:pt x="3581587" y="2444657"/>
                </a:cubicBezTo>
                <a:cubicBezTo>
                  <a:pt x="3669979" y="2114521"/>
                  <a:pt x="3751608" y="1735235"/>
                  <a:pt x="3657977" y="1406337"/>
                </a:cubicBezTo>
                <a:cubicBezTo>
                  <a:pt x="3548725" y="1022289"/>
                  <a:pt x="3328888" y="648147"/>
                  <a:pt x="3003991" y="391639"/>
                </a:cubicBezTo>
                <a:cubicBezTo>
                  <a:pt x="2774248" y="210283"/>
                  <a:pt x="2533170" y="121605"/>
                  <a:pt x="2247229" y="34451"/>
                </a:cubicBezTo>
                <a:cubicBezTo>
                  <a:pt x="1999484" y="-41177"/>
                  <a:pt x="1180048" y="21973"/>
                  <a:pt x="1032887" y="87315"/>
                </a:cubicBezTo>
                <a:close/>
              </a:path>
            </a:pathLst>
          </a:custGeom>
          <a:solidFill>
            <a:srgbClr val="EAD06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F96219A-E1A9-DD60-1634-A01B5521426B}"/>
              </a:ext>
            </a:extLst>
          </p:cNvPr>
          <p:cNvSpPr/>
          <p:nvPr userDrawn="1"/>
        </p:nvSpPr>
        <p:spPr>
          <a:xfrm>
            <a:off x="6205949" y="2648331"/>
            <a:ext cx="1881534" cy="1976160"/>
          </a:xfrm>
          <a:custGeom>
            <a:avLst/>
            <a:gdLst>
              <a:gd name="connsiteX0" fmla="*/ 1032887 w 3699554"/>
              <a:gd name="connsiteY0" fmla="*/ 87315 h 3885612"/>
              <a:gd name="connsiteX1" fmla="*/ 547493 w 3699554"/>
              <a:gd name="connsiteY1" fmla="*/ 411641 h 3885612"/>
              <a:gd name="connsiteX2" fmla="*/ 148586 w 3699554"/>
              <a:gd name="connsiteY2" fmla="*/ 1002667 h 3885612"/>
              <a:gd name="connsiteX3" fmla="*/ 100675 w 3699554"/>
              <a:gd name="connsiteY3" fmla="*/ 2451515 h 3885612"/>
              <a:gd name="connsiteX4" fmla="*/ 1012313 w 3699554"/>
              <a:gd name="connsiteY4" fmla="*/ 3619375 h 3885612"/>
              <a:gd name="connsiteX5" fmla="*/ 1854704 w 3699554"/>
              <a:gd name="connsiteY5" fmla="*/ 3885599 h 3885612"/>
              <a:gd name="connsiteX6" fmla="*/ 3249355 w 3699554"/>
              <a:gd name="connsiteY6" fmla="*/ 3050542 h 3885612"/>
              <a:gd name="connsiteX7" fmla="*/ 3581587 w 3699554"/>
              <a:gd name="connsiteY7" fmla="*/ 2444657 h 3885612"/>
              <a:gd name="connsiteX8" fmla="*/ 3657977 w 3699554"/>
              <a:gd name="connsiteY8" fmla="*/ 1406337 h 3885612"/>
              <a:gd name="connsiteX9" fmla="*/ 3003991 w 3699554"/>
              <a:gd name="connsiteY9" fmla="*/ 391639 h 3885612"/>
              <a:gd name="connsiteX10" fmla="*/ 2247229 w 3699554"/>
              <a:gd name="connsiteY10" fmla="*/ 34451 h 3885612"/>
              <a:gd name="connsiteX11" fmla="*/ 1032887 w 3699554"/>
              <a:gd name="connsiteY11" fmla="*/ 87315 h 388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699554" h="3885612">
                <a:moveTo>
                  <a:pt x="1032887" y="87315"/>
                </a:moveTo>
                <a:cubicBezTo>
                  <a:pt x="860961" y="163801"/>
                  <a:pt x="690844" y="294579"/>
                  <a:pt x="547493" y="411641"/>
                </a:cubicBezTo>
                <a:cubicBezTo>
                  <a:pt x="357660" y="566518"/>
                  <a:pt x="233644" y="781021"/>
                  <a:pt x="148586" y="1002667"/>
                </a:cubicBezTo>
                <a:cubicBezTo>
                  <a:pt x="-29055" y="1465201"/>
                  <a:pt x="-50391" y="1980790"/>
                  <a:pt x="100675" y="2451515"/>
                </a:cubicBezTo>
                <a:cubicBezTo>
                  <a:pt x="251742" y="2922241"/>
                  <a:pt x="576259" y="3344579"/>
                  <a:pt x="1012313" y="3619375"/>
                </a:cubicBezTo>
                <a:cubicBezTo>
                  <a:pt x="1261868" y="3776538"/>
                  <a:pt x="1553809" y="3887028"/>
                  <a:pt x="1854704" y="3885599"/>
                </a:cubicBezTo>
                <a:cubicBezTo>
                  <a:pt x="2428109" y="3882932"/>
                  <a:pt x="2912836" y="3484311"/>
                  <a:pt x="3249355" y="3050542"/>
                </a:cubicBezTo>
                <a:cubicBezTo>
                  <a:pt x="3392801" y="2865662"/>
                  <a:pt x="3522341" y="2666114"/>
                  <a:pt x="3581587" y="2444657"/>
                </a:cubicBezTo>
                <a:cubicBezTo>
                  <a:pt x="3669979" y="2114521"/>
                  <a:pt x="3751608" y="1735235"/>
                  <a:pt x="3657977" y="1406337"/>
                </a:cubicBezTo>
                <a:cubicBezTo>
                  <a:pt x="3548725" y="1022289"/>
                  <a:pt x="3328888" y="648147"/>
                  <a:pt x="3003991" y="391639"/>
                </a:cubicBezTo>
                <a:cubicBezTo>
                  <a:pt x="2774248" y="210283"/>
                  <a:pt x="2533170" y="121605"/>
                  <a:pt x="2247229" y="34451"/>
                </a:cubicBezTo>
                <a:cubicBezTo>
                  <a:pt x="1999484" y="-41177"/>
                  <a:pt x="1180048" y="21973"/>
                  <a:pt x="1032887" y="87315"/>
                </a:cubicBezTo>
                <a:close/>
              </a:path>
            </a:pathLst>
          </a:custGeom>
          <a:solidFill>
            <a:srgbClr val="EAD06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66B9490-3046-6184-F38F-376984C22896}"/>
              </a:ext>
            </a:extLst>
          </p:cNvPr>
          <p:cNvSpPr/>
          <p:nvPr userDrawn="1"/>
        </p:nvSpPr>
        <p:spPr>
          <a:xfrm flipH="1">
            <a:off x="0" y="5088291"/>
            <a:ext cx="2889856" cy="1789782"/>
          </a:xfrm>
          <a:custGeom>
            <a:avLst/>
            <a:gdLst>
              <a:gd name="connsiteX0" fmla="*/ 204496 w 4737681"/>
              <a:gd name="connsiteY0" fmla="*/ 2934200 h 2934200"/>
              <a:gd name="connsiteX1" fmla="*/ 231266 w 4737681"/>
              <a:gd name="connsiteY1" fmla="*/ 1993755 h 2934200"/>
              <a:gd name="connsiteX2" fmla="*/ 1361937 w 4737681"/>
              <a:gd name="connsiteY2" fmla="*/ 1973986 h 2934200"/>
              <a:gd name="connsiteX3" fmla="*/ 2886778 w 4737681"/>
              <a:gd name="connsiteY3" fmla="*/ 1240321 h 2934200"/>
              <a:gd name="connsiteX4" fmla="*/ 3329663 w 4737681"/>
              <a:gd name="connsiteY4" fmla="*/ 490671 h 2934200"/>
              <a:gd name="connsiteX5" fmla="*/ 4737682 w 4737681"/>
              <a:gd name="connsiteY5" fmla="*/ 1151 h 2934200"/>
              <a:gd name="connsiteX6" fmla="*/ 4737682 w 4737681"/>
              <a:gd name="connsiteY6" fmla="*/ 2934200 h 2934200"/>
              <a:gd name="connsiteX7" fmla="*/ 204496 w 4737681"/>
              <a:gd name="connsiteY7" fmla="*/ 2934200 h 2934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37681" h="2934200">
                <a:moveTo>
                  <a:pt x="204496" y="2934200"/>
                </a:moveTo>
                <a:cubicBezTo>
                  <a:pt x="-82499" y="2725906"/>
                  <a:pt x="-61784" y="2193441"/>
                  <a:pt x="231266" y="1993755"/>
                </a:cubicBezTo>
                <a:cubicBezTo>
                  <a:pt x="550802" y="1776096"/>
                  <a:pt x="976943" y="1938040"/>
                  <a:pt x="1361937" y="1973986"/>
                </a:cubicBezTo>
                <a:cubicBezTo>
                  <a:pt x="1952009" y="2029039"/>
                  <a:pt x="2561567" y="1735800"/>
                  <a:pt x="2886778" y="1240321"/>
                </a:cubicBezTo>
                <a:cubicBezTo>
                  <a:pt x="3046357" y="997217"/>
                  <a:pt x="3141234" y="712113"/>
                  <a:pt x="3329663" y="490671"/>
                </a:cubicBezTo>
                <a:cubicBezTo>
                  <a:pt x="3655253" y="108042"/>
                  <a:pt x="4235487" y="-13416"/>
                  <a:pt x="4737682" y="1151"/>
                </a:cubicBezTo>
                <a:lnTo>
                  <a:pt x="4737682" y="2934200"/>
                </a:lnTo>
                <a:lnTo>
                  <a:pt x="204496" y="2934200"/>
                </a:lnTo>
                <a:close/>
              </a:path>
            </a:pathLst>
          </a:custGeom>
          <a:solidFill>
            <a:schemeClr val="accent4"/>
          </a:solidFill>
          <a:ln w="9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Graphic 7">
            <a:extLst>
              <a:ext uri="{FF2B5EF4-FFF2-40B4-BE49-F238E27FC236}">
                <a16:creationId xmlns:a16="http://schemas.microsoft.com/office/drawing/2014/main" id="{B75A9478-E01D-7049-E7FB-77B62FE60EB8}"/>
              </a:ext>
            </a:extLst>
          </p:cNvPr>
          <p:cNvSpPr/>
          <p:nvPr userDrawn="1"/>
        </p:nvSpPr>
        <p:spPr>
          <a:xfrm>
            <a:off x="11460937" y="1755606"/>
            <a:ext cx="752986" cy="2682462"/>
          </a:xfrm>
          <a:custGeom>
            <a:avLst/>
            <a:gdLst>
              <a:gd name="connsiteX0" fmla="*/ 752987 w 752986"/>
              <a:gd name="connsiteY0" fmla="*/ 2682463 h 2682462"/>
              <a:gd name="connsiteX1" fmla="*/ 625 w 752986"/>
              <a:gd name="connsiteY1" fmla="*/ 901972 h 2682462"/>
              <a:gd name="connsiteX2" fmla="*/ 748009 w 752986"/>
              <a:gd name="connsiteY2" fmla="*/ 0 h 2682462"/>
              <a:gd name="connsiteX3" fmla="*/ 752987 w 752986"/>
              <a:gd name="connsiteY3" fmla="*/ 2682463 h 2682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2986" h="2682462">
                <a:moveTo>
                  <a:pt x="752987" y="2682463"/>
                </a:moveTo>
                <a:cubicBezTo>
                  <a:pt x="752987" y="2682463"/>
                  <a:pt x="-25123" y="2173327"/>
                  <a:pt x="625" y="901972"/>
                </a:cubicBezTo>
                <a:cubicBezTo>
                  <a:pt x="9240" y="403748"/>
                  <a:pt x="748009" y="0"/>
                  <a:pt x="748009" y="0"/>
                </a:cubicBezTo>
                <a:lnTo>
                  <a:pt x="752987" y="2682463"/>
                </a:lnTo>
                <a:close/>
              </a:path>
            </a:pathLst>
          </a:custGeom>
          <a:solidFill>
            <a:schemeClr val="accent2"/>
          </a:solidFill>
          <a:ln w="957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7" name="Graphic 7">
            <a:extLst>
              <a:ext uri="{FF2B5EF4-FFF2-40B4-BE49-F238E27FC236}">
                <a16:creationId xmlns:a16="http://schemas.microsoft.com/office/drawing/2014/main" id="{99E2BAC2-2053-095A-2C6B-61AD3FB05EA1}"/>
              </a:ext>
            </a:extLst>
          </p:cNvPr>
          <p:cNvGrpSpPr/>
          <p:nvPr userDrawn="1"/>
        </p:nvGrpSpPr>
        <p:grpSpPr>
          <a:xfrm>
            <a:off x="11303531" y="1529534"/>
            <a:ext cx="891530" cy="3371125"/>
            <a:chOff x="11303531" y="1529534"/>
            <a:chExt cx="891530" cy="3371125"/>
          </a:xfrm>
          <a:solidFill>
            <a:schemeClr val="tx2"/>
          </a:solidFill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D735A71-64D8-1412-667A-9C4160B525C0}"/>
                </a:ext>
              </a:extLst>
            </p:cNvPr>
            <p:cNvSpPr/>
            <p:nvPr/>
          </p:nvSpPr>
          <p:spPr>
            <a:xfrm>
              <a:off x="11303531" y="1834922"/>
              <a:ext cx="871241" cy="3065737"/>
            </a:xfrm>
            <a:custGeom>
              <a:avLst/>
              <a:gdLst>
                <a:gd name="connsiteX0" fmla="*/ 848936 w 871241"/>
                <a:gd name="connsiteY0" fmla="*/ 802 h 3065737"/>
                <a:gd name="connsiteX1" fmla="*/ 315679 w 871241"/>
                <a:gd name="connsiteY1" fmla="*/ 412878 h 3065737"/>
                <a:gd name="connsiteX2" fmla="*/ 42685 w 871241"/>
                <a:gd name="connsiteY2" fmla="*/ 1128578 h 3065737"/>
                <a:gd name="connsiteX3" fmla="*/ 23062 w 871241"/>
                <a:gd name="connsiteY3" fmla="*/ 1928415 h 3065737"/>
                <a:gd name="connsiteX4" fmla="*/ 281124 w 871241"/>
                <a:gd name="connsiteY4" fmla="*/ 2607742 h 3065737"/>
                <a:gd name="connsiteX5" fmla="*/ 778390 w 871241"/>
                <a:gd name="connsiteY5" fmla="*/ 3034080 h 3065737"/>
                <a:gd name="connsiteX6" fmla="*/ 853818 w 871241"/>
                <a:gd name="connsiteY6" fmla="*/ 3064806 h 3065737"/>
                <a:gd name="connsiteX7" fmla="*/ 861476 w 871241"/>
                <a:gd name="connsiteY7" fmla="*/ 3037143 h 3065737"/>
                <a:gd name="connsiteX8" fmla="*/ 348702 w 871241"/>
                <a:gd name="connsiteY8" fmla="*/ 2651581 h 3065737"/>
                <a:gd name="connsiteX9" fmla="*/ 67284 w 871241"/>
                <a:gd name="connsiteY9" fmla="*/ 2015808 h 3065737"/>
                <a:gd name="connsiteX10" fmla="*/ 55415 w 871241"/>
                <a:gd name="connsiteY10" fmla="*/ 1233295 h 3065737"/>
                <a:gd name="connsiteX11" fmla="*/ 291366 w 871241"/>
                <a:gd name="connsiteY11" fmla="*/ 502663 h 3065737"/>
                <a:gd name="connsiteX12" fmla="*/ 778677 w 871241"/>
                <a:gd name="connsiteY12" fmla="*/ 58043 h 3065737"/>
                <a:gd name="connsiteX13" fmla="*/ 856594 w 871241"/>
                <a:gd name="connsiteY13" fmla="*/ 28465 h 3065737"/>
                <a:gd name="connsiteX14" fmla="*/ 848936 w 871241"/>
                <a:gd name="connsiteY14" fmla="*/ 802 h 3065737"/>
                <a:gd name="connsiteX15" fmla="*/ 848936 w 871241"/>
                <a:gd name="connsiteY15" fmla="*/ 802 h 306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71241" h="3065737">
                  <a:moveTo>
                    <a:pt x="848936" y="802"/>
                  </a:moveTo>
                  <a:cubicBezTo>
                    <a:pt x="630024" y="72592"/>
                    <a:pt x="447198" y="226128"/>
                    <a:pt x="315679" y="412878"/>
                  </a:cubicBezTo>
                  <a:cubicBezTo>
                    <a:pt x="166929" y="624036"/>
                    <a:pt x="86333" y="876068"/>
                    <a:pt x="42685" y="1128578"/>
                  </a:cubicBezTo>
                  <a:cubicBezTo>
                    <a:pt x="-2782" y="1391904"/>
                    <a:pt x="-15992" y="1663462"/>
                    <a:pt x="23062" y="1928415"/>
                  </a:cubicBezTo>
                  <a:cubicBezTo>
                    <a:pt x="58670" y="2170300"/>
                    <a:pt x="141276" y="2405964"/>
                    <a:pt x="281124" y="2607742"/>
                  </a:cubicBezTo>
                  <a:cubicBezTo>
                    <a:pt x="406805" y="2789036"/>
                    <a:pt x="576229" y="2942954"/>
                    <a:pt x="778390" y="3034080"/>
                  </a:cubicBezTo>
                  <a:cubicBezTo>
                    <a:pt x="803181" y="3045183"/>
                    <a:pt x="828260" y="3055425"/>
                    <a:pt x="853818" y="3064806"/>
                  </a:cubicBezTo>
                  <a:cubicBezTo>
                    <a:pt x="871238" y="3071123"/>
                    <a:pt x="878705" y="3043460"/>
                    <a:pt x="861476" y="3037143"/>
                  </a:cubicBezTo>
                  <a:cubicBezTo>
                    <a:pt x="656922" y="2962481"/>
                    <a:pt x="481657" y="2822634"/>
                    <a:pt x="348702" y="2651581"/>
                  </a:cubicBezTo>
                  <a:cubicBezTo>
                    <a:pt x="204452" y="2465884"/>
                    <a:pt x="113135" y="2245537"/>
                    <a:pt x="67284" y="2015808"/>
                  </a:cubicBezTo>
                  <a:cubicBezTo>
                    <a:pt x="15978" y="1758703"/>
                    <a:pt x="19712" y="1492218"/>
                    <a:pt x="55415" y="1233295"/>
                  </a:cubicBezTo>
                  <a:cubicBezTo>
                    <a:pt x="90449" y="978967"/>
                    <a:pt x="157645" y="724160"/>
                    <a:pt x="291366" y="502663"/>
                  </a:cubicBezTo>
                  <a:cubicBezTo>
                    <a:pt x="406421" y="312180"/>
                    <a:pt x="573261" y="148020"/>
                    <a:pt x="778677" y="58043"/>
                  </a:cubicBezTo>
                  <a:cubicBezTo>
                    <a:pt x="804138" y="46844"/>
                    <a:pt x="830175" y="37176"/>
                    <a:pt x="856594" y="28465"/>
                  </a:cubicBezTo>
                  <a:cubicBezTo>
                    <a:pt x="874014" y="22722"/>
                    <a:pt x="866548" y="-5037"/>
                    <a:pt x="848936" y="802"/>
                  </a:cubicBezTo>
                  <a:lnTo>
                    <a:pt x="848936" y="802"/>
                  </a:lnTo>
                  <a:close/>
                </a:path>
              </a:pathLst>
            </a:custGeom>
            <a:grpFill/>
            <a:ln w="95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C5828E5-E803-B371-EB82-72B4343C8994}"/>
                </a:ext>
              </a:extLst>
            </p:cNvPr>
            <p:cNvSpPr/>
            <p:nvPr/>
          </p:nvSpPr>
          <p:spPr>
            <a:xfrm>
              <a:off x="11617593" y="1529534"/>
              <a:ext cx="577468" cy="2048267"/>
            </a:xfrm>
            <a:custGeom>
              <a:avLst/>
              <a:gdLst>
                <a:gd name="connsiteX0" fmla="*/ 555454 w 577468"/>
                <a:gd name="connsiteY0" fmla="*/ 1322 h 2048267"/>
                <a:gd name="connsiteX1" fmla="*/ 219189 w 577468"/>
                <a:gd name="connsiteY1" fmla="*/ 274699 h 2048267"/>
                <a:gd name="connsiteX2" fmla="*/ 35215 w 577468"/>
                <a:gd name="connsiteY2" fmla="*/ 678064 h 2048267"/>
                <a:gd name="connsiteX3" fmla="*/ 10806 w 577468"/>
                <a:gd name="connsiteY3" fmla="*/ 1151591 h 2048267"/>
                <a:gd name="connsiteX4" fmla="*/ 162235 w 577468"/>
                <a:gd name="connsiteY4" fmla="*/ 1649432 h 2048267"/>
                <a:gd name="connsiteX5" fmla="*/ 300647 w 577468"/>
                <a:gd name="connsiteY5" fmla="*/ 1872269 h 2048267"/>
                <a:gd name="connsiteX6" fmla="*/ 485196 w 577468"/>
                <a:gd name="connsiteY6" fmla="*/ 2040545 h 2048267"/>
                <a:gd name="connsiteX7" fmla="*/ 543201 w 577468"/>
                <a:gd name="connsiteY7" fmla="*/ 2047915 h 2048267"/>
                <a:gd name="connsiteX8" fmla="*/ 543201 w 577468"/>
                <a:gd name="connsiteY8" fmla="*/ 2019199 h 2048267"/>
                <a:gd name="connsiteX9" fmla="*/ 350229 w 577468"/>
                <a:gd name="connsiteY9" fmla="*/ 1889690 h 2048267"/>
                <a:gd name="connsiteX10" fmla="*/ 209329 w 577468"/>
                <a:gd name="connsiteY10" fmla="*/ 1677574 h 2048267"/>
                <a:gd name="connsiteX11" fmla="*/ 45935 w 577468"/>
                <a:gd name="connsiteY11" fmla="*/ 1197441 h 2048267"/>
                <a:gd name="connsiteX12" fmla="*/ 52444 w 577468"/>
                <a:gd name="connsiteY12" fmla="*/ 732911 h 2048267"/>
                <a:gd name="connsiteX13" fmla="*/ 214019 w 577468"/>
                <a:gd name="connsiteY13" fmla="*/ 332035 h 2048267"/>
                <a:gd name="connsiteX14" fmla="*/ 520899 w 577468"/>
                <a:gd name="connsiteY14" fmla="*/ 49278 h 2048267"/>
                <a:gd name="connsiteX15" fmla="*/ 569812 w 577468"/>
                <a:gd name="connsiteY15" fmla="*/ 26113 h 2048267"/>
                <a:gd name="connsiteX16" fmla="*/ 555454 w 577468"/>
                <a:gd name="connsiteY16" fmla="*/ 1322 h 2048267"/>
                <a:gd name="connsiteX17" fmla="*/ 555454 w 577468"/>
                <a:gd name="connsiteY17" fmla="*/ 1322 h 2048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7468" h="2048267">
                  <a:moveTo>
                    <a:pt x="555454" y="1322"/>
                  </a:moveTo>
                  <a:cubicBezTo>
                    <a:pt x="420297" y="59615"/>
                    <a:pt x="306390" y="156867"/>
                    <a:pt x="219189" y="274699"/>
                  </a:cubicBezTo>
                  <a:cubicBezTo>
                    <a:pt x="130743" y="394253"/>
                    <a:pt x="70152" y="533909"/>
                    <a:pt x="35215" y="678064"/>
                  </a:cubicBezTo>
                  <a:cubicBezTo>
                    <a:pt x="-2308" y="833035"/>
                    <a:pt x="-8817" y="993557"/>
                    <a:pt x="10806" y="1151591"/>
                  </a:cubicBezTo>
                  <a:cubicBezTo>
                    <a:pt x="32247" y="1324749"/>
                    <a:pt x="83649" y="1493600"/>
                    <a:pt x="162235" y="1649432"/>
                  </a:cubicBezTo>
                  <a:cubicBezTo>
                    <a:pt x="201672" y="1727635"/>
                    <a:pt x="248001" y="1802297"/>
                    <a:pt x="300647" y="1872269"/>
                  </a:cubicBezTo>
                  <a:cubicBezTo>
                    <a:pt x="349368" y="1936975"/>
                    <a:pt x="405268" y="2013647"/>
                    <a:pt x="485196" y="2040545"/>
                  </a:cubicBezTo>
                  <a:cubicBezTo>
                    <a:pt x="503765" y="2046767"/>
                    <a:pt x="523674" y="2049255"/>
                    <a:pt x="543201" y="2047915"/>
                  </a:cubicBezTo>
                  <a:cubicBezTo>
                    <a:pt x="561484" y="2046575"/>
                    <a:pt x="561676" y="2017859"/>
                    <a:pt x="543201" y="2019199"/>
                  </a:cubicBezTo>
                  <a:cubicBezTo>
                    <a:pt x="459255" y="2025134"/>
                    <a:pt x="397420" y="1948558"/>
                    <a:pt x="350229" y="1889690"/>
                  </a:cubicBezTo>
                  <a:cubicBezTo>
                    <a:pt x="297009" y="1823451"/>
                    <a:pt x="250010" y="1752140"/>
                    <a:pt x="209329" y="1677574"/>
                  </a:cubicBezTo>
                  <a:cubicBezTo>
                    <a:pt x="127967" y="1528442"/>
                    <a:pt x="72545" y="1365239"/>
                    <a:pt x="45935" y="1197441"/>
                  </a:cubicBezTo>
                  <a:cubicBezTo>
                    <a:pt x="21526" y="1043715"/>
                    <a:pt x="21718" y="885681"/>
                    <a:pt x="52444" y="732911"/>
                  </a:cubicBezTo>
                  <a:cubicBezTo>
                    <a:pt x="80968" y="590862"/>
                    <a:pt x="134093" y="453121"/>
                    <a:pt x="214019" y="332035"/>
                  </a:cubicBezTo>
                  <a:cubicBezTo>
                    <a:pt x="291553" y="214586"/>
                    <a:pt x="395506" y="114272"/>
                    <a:pt x="520899" y="49278"/>
                  </a:cubicBezTo>
                  <a:cubicBezTo>
                    <a:pt x="536884" y="40950"/>
                    <a:pt x="553252" y="33292"/>
                    <a:pt x="569812" y="26113"/>
                  </a:cubicBezTo>
                  <a:cubicBezTo>
                    <a:pt x="586946" y="18839"/>
                    <a:pt x="572301" y="-5953"/>
                    <a:pt x="555454" y="1322"/>
                  </a:cubicBezTo>
                  <a:lnTo>
                    <a:pt x="555454" y="1322"/>
                  </a:lnTo>
                  <a:close/>
                </a:path>
              </a:pathLst>
            </a:custGeom>
            <a:grpFill/>
            <a:ln w="95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0" name="Graphic 7">
            <a:extLst>
              <a:ext uri="{FF2B5EF4-FFF2-40B4-BE49-F238E27FC236}">
                <a16:creationId xmlns:a16="http://schemas.microsoft.com/office/drawing/2014/main" id="{11E70A54-ACEA-D978-13CB-A2CE5498B60C}"/>
              </a:ext>
            </a:extLst>
          </p:cNvPr>
          <p:cNvSpPr/>
          <p:nvPr userDrawn="1"/>
        </p:nvSpPr>
        <p:spPr>
          <a:xfrm>
            <a:off x="9372489" y="-34996"/>
            <a:ext cx="2747434" cy="6923632"/>
          </a:xfrm>
          <a:custGeom>
            <a:avLst/>
            <a:gdLst>
              <a:gd name="connsiteX0" fmla="*/ 2534956 w 2747434"/>
              <a:gd name="connsiteY0" fmla="*/ 0 h 6923632"/>
              <a:gd name="connsiteX1" fmla="*/ 2706775 w 2747434"/>
              <a:gd name="connsiteY1" fmla="*/ 979313 h 6923632"/>
              <a:gd name="connsiteX2" fmla="*/ 1358077 w 2747434"/>
              <a:gd name="connsiteY2" fmla="*/ 1924263 h 6923632"/>
              <a:gd name="connsiteX3" fmla="*/ 9379 w 2747434"/>
              <a:gd name="connsiteY3" fmla="*/ 3479046 h 6923632"/>
              <a:gd name="connsiteX4" fmla="*/ 473239 w 2747434"/>
              <a:gd name="connsiteY4" fmla="*/ 5162669 h 6923632"/>
              <a:gd name="connsiteX5" fmla="*/ 791030 w 2747434"/>
              <a:gd name="connsiteY5" fmla="*/ 6923633 h 6923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47434" h="6923632">
                <a:moveTo>
                  <a:pt x="2534956" y="0"/>
                </a:moveTo>
                <a:cubicBezTo>
                  <a:pt x="2560706" y="51497"/>
                  <a:pt x="2852748" y="661427"/>
                  <a:pt x="2706775" y="979313"/>
                </a:cubicBezTo>
                <a:cubicBezTo>
                  <a:pt x="2560802" y="1297200"/>
                  <a:pt x="1736076" y="1743831"/>
                  <a:pt x="1358077" y="1924263"/>
                </a:cubicBezTo>
                <a:cubicBezTo>
                  <a:pt x="980078" y="2104696"/>
                  <a:pt x="95336" y="2723144"/>
                  <a:pt x="9379" y="3479046"/>
                </a:cubicBezTo>
                <a:cubicBezTo>
                  <a:pt x="-76577" y="4234949"/>
                  <a:pt x="456105" y="4750402"/>
                  <a:pt x="473239" y="5162669"/>
                </a:cubicBezTo>
                <a:cubicBezTo>
                  <a:pt x="490373" y="5575032"/>
                  <a:pt x="456105" y="6605842"/>
                  <a:pt x="791030" y="6923633"/>
                </a:cubicBezTo>
              </a:path>
            </a:pathLst>
          </a:custGeom>
          <a:noFill/>
          <a:ln w="15915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1" name="Graphic 7">
            <a:extLst>
              <a:ext uri="{FF2B5EF4-FFF2-40B4-BE49-F238E27FC236}">
                <a16:creationId xmlns:a16="http://schemas.microsoft.com/office/drawing/2014/main" id="{5A52953D-AA15-135A-9694-1DB160A1B0FC}"/>
              </a:ext>
            </a:extLst>
          </p:cNvPr>
          <p:cNvGrpSpPr/>
          <p:nvPr userDrawn="1"/>
        </p:nvGrpSpPr>
        <p:grpSpPr>
          <a:xfrm>
            <a:off x="-50229" y="-74466"/>
            <a:ext cx="2006918" cy="885444"/>
            <a:chOff x="-50229" y="-74467"/>
            <a:chExt cx="4715272" cy="2080359"/>
          </a:xfrm>
          <a:noFill/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269752E-0631-6E9B-EF54-0A7CA7893C49}"/>
                </a:ext>
              </a:extLst>
            </p:cNvPr>
            <p:cNvSpPr/>
            <p:nvPr/>
          </p:nvSpPr>
          <p:spPr>
            <a:xfrm>
              <a:off x="110293" y="-74467"/>
              <a:ext cx="2863852" cy="834797"/>
            </a:xfrm>
            <a:custGeom>
              <a:avLst/>
              <a:gdLst>
                <a:gd name="connsiteX0" fmla="*/ 2863852 w 2863852"/>
                <a:gd name="connsiteY0" fmla="*/ 0 h 834797"/>
                <a:gd name="connsiteX1" fmla="*/ 2170360 w 2863852"/>
                <a:gd name="connsiteY1" fmla="*/ 796201 h 834797"/>
                <a:gd name="connsiteX2" fmla="*/ 1053114 w 2863852"/>
                <a:gd name="connsiteY2" fmla="*/ 764134 h 834797"/>
                <a:gd name="connsiteX3" fmla="*/ 0 w 2863852"/>
                <a:gd name="connsiteY3" fmla="*/ 6413 h 834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3852" h="834797">
                  <a:moveTo>
                    <a:pt x="2863852" y="0"/>
                  </a:moveTo>
                  <a:cubicBezTo>
                    <a:pt x="2863852" y="0"/>
                    <a:pt x="2780384" y="693493"/>
                    <a:pt x="2170360" y="796201"/>
                  </a:cubicBezTo>
                  <a:cubicBezTo>
                    <a:pt x="1560335" y="898908"/>
                    <a:pt x="1245703" y="764134"/>
                    <a:pt x="1053114" y="764134"/>
                  </a:cubicBezTo>
                  <a:cubicBezTo>
                    <a:pt x="860525" y="764134"/>
                    <a:pt x="250404" y="597198"/>
                    <a:pt x="0" y="6413"/>
                  </a:cubicBezTo>
                </a:path>
              </a:pathLst>
            </a:custGeom>
            <a:noFill/>
            <a:ln w="19139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9758CC7-4BE6-54B2-4200-584AB40D4ED9}"/>
                </a:ext>
              </a:extLst>
            </p:cNvPr>
            <p:cNvSpPr/>
            <p:nvPr/>
          </p:nvSpPr>
          <p:spPr>
            <a:xfrm>
              <a:off x="-50229" y="-55131"/>
              <a:ext cx="2966185" cy="1042224"/>
            </a:xfrm>
            <a:custGeom>
              <a:avLst/>
              <a:gdLst>
                <a:gd name="connsiteX0" fmla="*/ 0 w 2966185"/>
                <a:gd name="connsiteY0" fmla="*/ 57719 h 1042224"/>
                <a:gd name="connsiteX1" fmla="*/ 391687 w 2966185"/>
                <a:gd name="connsiteY1" fmla="*/ 288884 h 1042224"/>
                <a:gd name="connsiteX2" fmla="*/ 1830074 w 2966185"/>
                <a:gd name="connsiteY2" fmla="*/ 1040191 h 1042224"/>
                <a:gd name="connsiteX3" fmla="*/ 2953829 w 2966185"/>
                <a:gd name="connsiteY3" fmla="*/ 0 h 1042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6185" h="1042224">
                  <a:moveTo>
                    <a:pt x="0" y="57719"/>
                  </a:moveTo>
                  <a:cubicBezTo>
                    <a:pt x="0" y="57719"/>
                    <a:pt x="192589" y="218242"/>
                    <a:pt x="391687" y="288884"/>
                  </a:cubicBezTo>
                  <a:cubicBezTo>
                    <a:pt x="590785" y="359525"/>
                    <a:pt x="1085180" y="1001616"/>
                    <a:pt x="1830074" y="1040191"/>
                  </a:cubicBezTo>
                  <a:cubicBezTo>
                    <a:pt x="2574969" y="1078671"/>
                    <a:pt x="3050124" y="565036"/>
                    <a:pt x="2953829" y="0"/>
                  </a:cubicBezTo>
                </a:path>
              </a:pathLst>
            </a:custGeom>
            <a:noFill/>
            <a:ln w="19139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76EEC4B-BA51-7987-F7E7-E0E3E654807E}"/>
                </a:ext>
              </a:extLst>
            </p:cNvPr>
            <p:cNvSpPr/>
            <p:nvPr/>
          </p:nvSpPr>
          <p:spPr>
            <a:xfrm>
              <a:off x="-43815" y="-55227"/>
              <a:ext cx="3309657" cy="1427536"/>
            </a:xfrm>
            <a:custGeom>
              <a:avLst/>
              <a:gdLst>
                <a:gd name="connsiteX0" fmla="*/ 3294115 w 3309657"/>
                <a:gd name="connsiteY0" fmla="*/ 0 h 1427536"/>
                <a:gd name="connsiteX1" fmla="*/ 2940907 w 3309657"/>
                <a:gd name="connsiteY1" fmla="*/ 796201 h 1427536"/>
                <a:gd name="connsiteX2" fmla="*/ 1701618 w 3309657"/>
                <a:gd name="connsiteY2" fmla="*/ 1425465 h 1427536"/>
                <a:gd name="connsiteX3" fmla="*/ 0 w 3309657"/>
                <a:gd name="connsiteY3" fmla="*/ 770548 h 142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09657" h="1427536">
                  <a:moveTo>
                    <a:pt x="3294115" y="0"/>
                  </a:moveTo>
                  <a:cubicBezTo>
                    <a:pt x="3294115" y="0"/>
                    <a:pt x="3422571" y="565036"/>
                    <a:pt x="2940907" y="796201"/>
                  </a:cubicBezTo>
                  <a:cubicBezTo>
                    <a:pt x="2459243" y="1027365"/>
                    <a:pt x="2536394" y="1380572"/>
                    <a:pt x="1701618" y="1425465"/>
                  </a:cubicBezTo>
                  <a:cubicBezTo>
                    <a:pt x="866842" y="1470358"/>
                    <a:pt x="0" y="770548"/>
                    <a:pt x="0" y="770548"/>
                  </a:cubicBezTo>
                </a:path>
              </a:pathLst>
            </a:custGeom>
            <a:noFill/>
            <a:ln w="19139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6A1F8C7-8731-ABAE-F03A-C930F5F479E3}"/>
                </a:ext>
              </a:extLst>
            </p:cNvPr>
            <p:cNvSpPr/>
            <p:nvPr/>
          </p:nvSpPr>
          <p:spPr>
            <a:xfrm>
              <a:off x="-50229" y="-70255"/>
              <a:ext cx="4715272" cy="2076147"/>
            </a:xfrm>
            <a:custGeom>
              <a:avLst/>
              <a:gdLst>
                <a:gd name="connsiteX0" fmla="*/ 0 w 4715272"/>
                <a:gd name="connsiteY0" fmla="*/ 1800114 h 2076147"/>
                <a:gd name="connsiteX1" fmla="*/ 4715272 w 4715272"/>
                <a:gd name="connsiteY1" fmla="*/ 0 h 2076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15272" h="2076147">
                  <a:moveTo>
                    <a:pt x="0" y="1800114"/>
                  </a:moveTo>
                  <a:cubicBezTo>
                    <a:pt x="0" y="1800114"/>
                    <a:pt x="3174177" y="3116458"/>
                    <a:pt x="4715272" y="0"/>
                  </a:cubicBezTo>
                </a:path>
              </a:pathLst>
            </a:custGeom>
            <a:noFill/>
            <a:ln w="19139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791DC45-F4AD-C0DF-3DD5-7C6EEEBEE410}"/>
              </a:ext>
            </a:extLst>
          </p:cNvPr>
          <p:cNvGrpSpPr/>
          <p:nvPr userDrawn="1"/>
        </p:nvGrpSpPr>
        <p:grpSpPr>
          <a:xfrm>
            <a:off x="-65448" y="5429163"/>
            <a:ext cx="2022137" cy="1448910"/>
            <a:chOff x="-65448" y="5429163"/>
            <a:chExt cx="2022137" cy="1448910"/>
          </a:xfrm>
        </p:grpSpPr>
        <p:sp>
          <p:nvSpPr>
            <p:cNvPr id="26" name="Graphic 7">
              <a:extLst>
                <a:ext uri="{FF2B5EF4-FFF2-40B4-BE49-F238E27FC236}">
                  <a16:creationId xmlns:a16="http://schemas.microsoft.com/office/drawing/2014/main" id="{DFEB3650-D316-6858-DC88-CDA22C5F0D5D}"/>
                </a:ext>
              </a:extLst>
            </p:cNvPr>
            <p:cNvSpPr/>
            <p:nvPr userDrawn="1"/>
          </p:nvSpPr>
          <p:spPr>
            <a:xfrm>
              <a:off x="-49846" y="5429163"/>
              <a:ext cx="2006535" cy="1448910"/>
            </a:xfrm>
            <a:custGeom>
              <a:avLst/>
              <a:gdLst>
                <a:gd name="connsiteX0" fmla="*/ 0 w 3589698"/>
                <a:gd name="connsiteY0" fmla="*/ 1102890 h 2592105"/>
                <a:gd name="connsiteX1" fmla="*/ 1302177 w 3589698"/>
                <a:gd name="connsiteY1" fmla="*/ 3448 h 2592105"/>
                <a:gd name="connsiteX2" fmla="*/ 3360640 w 3589698"/>
                <a:gd name="connsiteY2" fmla="*/ 892306 h 2592105"/>
                <a:gd name="connsiteX3" fmla="*/ 3446406 w 3589698"/>
                <a:gd name="connsiteY3" fmla="*/ 2592105 h 2592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89698" h="2592105">
                  <a:moveTo>
                    <a:pt x="0" y="1102890"/>
                  </a:moveTo>
                  <a:cubicBezTo>
                    <a:pt x="0" y="1102890"/>
                    <a:pt x="655013" y="50255"/>
                    <a:pt x="1302177" y="3448"/>
                  </a:cubicBezTo>
                  <a:cubicBezTo>
                    <a:pt x="1949342" y="-43359"/>
                    <a:pt x="3079989" y="393316"/>
                    <a:pt x="3360640" y="892306"/>
                  </a:cubicBezTo>
                  <a:cubicBezTo>
                    <a:pt x="3641387" y="1391295"/>
                    <a:pt x="3656894" y="2225688"/>
                    <a:pt x="3446406" y="2592105"/>
                  </a:cubicBezTo>
                </a:path>
              </a:pathLst>
            </a:custGeom>
            <a:noFill/>
            <a:ln w="15915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Graphic 7">
              <a:extLst>
                <a:ext uri="{FF2B5EF4-FFF2-40B4-BE49-F238E27FC236}">
                  <a16:creationId xmlns:a16="http://schemas.microsoft.com/office/drawing/2014/main" id="{4DEEDA73-0C61-A1B4-E44F-ECF2CA450FA1}"/>
                </a:ext>
              </a:extLst>
            </p:cNvPr>
            <p:cNvSpPr/>
            <p:nvPr userDrawn="1"/>
          </p:nvSpPr>
          <p:spPr>
            <a:xfrm>
              <a:off x="-65448" y="5495126"/>
              <a:ext cx="1980153" cy="1367440"/>
            </a:xfrm>
            <a:custGeom>
              <a:avLst/>
              <a:gdLst>
                <a:gd name="connsiteX0" fmla="*/ 0 w 3542501"/>
                <a:gd name="connsiteY0" fmla="*/ 824473 h 2446355"/>
                <a:gd name="connsiteX1" fmla="*/ 1403545 w 3542501"/>
                <a:gd name="connsiteY1" fmla="*/ 13531 h 2446355"/>
                <a:gd name="connsiteX2" fmla="*/ 3274875 w 3542501"/>
                <a:gd name="connsiteY2" fmla="*/ 567177 h 2446355"/>
                <a:gd name="connsiteX3" fmla="*/ 3540020 w 3542501"/>
                <a:gd name="connsiteY3" fmla="*/ 2446356 h 2446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42501" h="2446355">
                  <a:moveTo>
                    <a:pt x="0" y="824473"/>
                  </a:moveTo>
                  <a:cubicBezTo>
                    <a:pt x="0" y="824473"/>
                    <a:pt x="522441" y="52489"/>
                    <a:pt x="1403545" y="13531"/>
                  </a:cubicBezTo>
                  <a:cubicBezTo>
                    <a:pt x="2284650" y="-25427"/>
                    <a:pt x="2963019" y="-17674"/>
                    <a:pt x="3274875" y="567177"/>
                  </a:cubicBezTo>
                  <a:cubicBezTo>
                    <a:pt x="3586731" y="1152027"/>
                    <a:pt x="3540020" y="2446356"/>
                    <a:pt x="3540020" y="2446356"/>
                  </a:cubicBezTo>
                </a:path>
              </a:pathLst>
            </a:custGeom>
            <a:noFill/>
            <a:ln w="15915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4A86D033-F51F-F109-5C38-4A25CA3BA34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0" y="2292637"/>
            <a:ext cx="2065774" cy="2250304"/>
          </a:xfrm>
          <a:prstGeom prst="roundRect">
            <a:avLst>
              <a:gd name="adj" fmla="val 50000"/>
            </a:avLst>
          </a:prstGeom>
          <a:noFill/>
          <a:ln w="22225">
            <a:solidFill>
              <a:schemeClr val="tx2"/>
            </a:solidFill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2D64A50-92D7-8C1C-290B-242F094FB77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4828317"/>
            <a:ext cx="2065774" cy="343061"/>
          </a:xfrm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spc="150" baseline="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845F4F5-7BF0-1976-C824-573B8D337F8B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838200" y="5207907"/>
            <a:ext cx="2065774" cy="343061"/>
          </a:xfrm>
        </p:spPr>
        <p:txBody>
          <a:bodyPr anchor="t">
            <a:noAutofit/>
          </a:bodyPr>
          <a:lstStyle>
            <a:lvl1pPr marL="0" indent="0" algn="l">
              <a:buNone/>
              <a:defRPr lang="en-US" sz="8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9" name="Picture Placeholder 10">
            <a:extLst>
              <a:ext uri="{FF2B5EF4-FFF2-40B4-BE49-F238E27FC236}">
                <a16:creationId xmlns:a16="http://schemas.microsoft.com/office/drawing/2014/main" id="{287657EF-ADA5-F683-759A-3249F0D9C16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654809" y="2292637"/>
            <a:ext cx="2065774" cy="2250304"/>
          </a:xfrm>
          <a:prstGeom prst="roundRect">
            <a:avLst>
              <a:gd name="adj" fmla="val 50000"/>
            </a:avLst>
          </a:prstGeom>
          <a:noFill/>
          <a:ln w="22225">
            <a:solidFill>
              <a:schemeClr val="tx2"/>
            </a:solidFill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3DB99B4F-D49A-D108-04DC-52EE57005C87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3654809" y="4828317"/>
            <a:ext cx="2065774" cy="343061"/>
          </a:xfrm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spc="150" baseline="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30CC13DB-1E39-8FED-2907-34BDA3F34B48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3654809" y="5207907"/>
            <a:ext cx="2065774" cy="343061"/>
          </a:xfrm>
        </p:spPr>
        <p:txBody>
          <a:bodyPr anchor="t">
            <a:noAutofit/>
          </a:bodyPr>
          <a:lstStyle>
            <a:lvl1pPr marL="0" indent="0" algn="l">
              <a:buNone/>
              <a:defRPr lang="en-US" sz="8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6" name="Picture Placeholder 10">
            <a:extLst>
              <a:ext uri="{FF2B5EF4-FFF2-40B4-BE49-F238E27FC236}">
                <a16:creationId xmlns:a16="http://schemas.microsoft.com/office/drawing/2014/main" id="{903671E6-6CEE-3054-989D-25DB478650A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471418" y="2292637"/>
            <a:ext cx="2065774" cy="2250304"/>
          </a:xfrm>
          <a:prstGeom prst="roundRect">
            <a:avLst>
              <a:gd name="adj" fmla="val 50000"/>
            </a:avLst>
          </a:prstGeom>
          <a:noFill/>
          <a:ln w="22225">
            <a:solidFill>
              <a:schemeClr val="tx2"/>
            </a:solidFill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91DA3DBF-60AE-F0AB-070A-F93ED4F464C4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71418" y="4828317"/>
            <a:ext cx="2065774" cy="343061"/>
          </a:xfrm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spc="150" baseline="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9F595719-B7AA-71F7-F577-C674582ECE29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71418" y="5207907"/>
            <a:ext cx="2065774" cy="343061"/>
          </a:xfrm>
        </p:spPr>
        <p:txBody>
          <a:bodyPr anchor="t">
            <a:noAutofit/>
          </a:bodyPr>
          <a:lstStyle>
            <a:lvl1pPr marL="0" indent="0" algn="l">
              <a:buNone/>
              <a:defRPr lang="en-US" sz="8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0" name="Picture Placeholder 10">
            <a:extLst>
              <a:ext uri="{FF2B5EF4-FFF2-40B4-BE49-F238E27FC236}">
                <a16:creationId xmlns:a16="http://schemas.microsoft.com/office/drawing/2014/main" id="{49105B7D-16FC-B8D7-01FC-221DA77B37D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288026" y="2292637"/>
            <a:ext cx="2065774" cy="2250304"/>
          </a:xfrm>
          <a:prstGeom prst="roundRect">
            <a:avLst>
              <a:gd name="adj" fmla="val 50000"/>
            </a:avLst>
          </a:prstGeom>
          <a:noFill/>
          <a:ln w="22225">
            <a:solidFill>
              <a:schemeClr val="tx2"/>
            </a:solidFill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B322F94C-C49C-A000-FD04-FAA94E34C0E1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9288026" y="4828317"/>
            <a:ext cx="2065774" cy="343061"/>
          </a:xfrm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spc="150" baseline="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D9B5C6BE-6077-D484-0C99-3561635BD333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9288026" y="5207907"/>
            <a:ext cx="2065774" cy="343061"/>
          </a:xfrm>
        </p:spPr>
        <p:txBody>
          <a:bodyPr anchor="t">
            <a:noAutofit/>
          </a:bodyPr>
          <a:lstStyle>
            <a:lvl1pPr marL="0" indent="0" algn="l">
              <a:buNone/>
              <a:defRPr lang="en-US" sz="8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87DCDA2-DF73-6705-DF03-98EE63647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7" y="525782"/>
            <a:ext cx="109696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6" name="Date Placeholder 6">
            <a:extLst>
              <a:ext uri="{FF2B5EF4-FFF2-40B4-BE49-F238E27FC236}">
                <a16:creationId xmlns:a16="http://schemas.microsoft.com/office/drawing/2014/main" id="{90A7410D-7875-C265-1C70-65C9B66CBC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777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fld id="{CA2C1983-85E7-45E2-ABAC-BABAC97AF800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47" name="Footer Placeholder 7">
            <a:extLst>
              <a:ext uri="{FF2B5EF4-FFF2-40B4-BE49-F238E27FC236}">
                <a16:creationId xmlns:a16="http://schemas.microsoft.com/office/drawing/2014/main" id="{A642EF52-C95D-0837-2C7B-D32BF6B6B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479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8" name="Slide Number Placeholder 8">
            <a:extLst>
              <a:ext uri="{FF2B5EF4-FFF2-40B4-BE49-F238E27FC236}">
                <a16:creationId xmlns:a16="http://schemas.microsoft.com/office/drawing/2014/main" id="{70B13126-26EB-0F08-D8E6-0AA1E7BEC3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16623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raphic 7">
            <a:extLst>
              <a:ext uri="{FF2B5EF4-FFF2-40B4-BE49-F238E27FC236}">
                <a16:creationId xmlns:a16="http://schemas.microsoft.com/office/drawing/2014/main" id="{F8909044-E551-0A06-0853-747657B0D2BB}"/>
              </a:ext>
            </a:extLst>
          </p:cNvPr>
          <p:cNvSpPr/>
          <p:nvPr userDrawn="1"/>
        </p:nvSpPr>
        <p:spPr>
          <a:xfrm>
            <a:off x="8954715" y="-1"/>
            <a:ext cx="3246986" cy="6859503"/>
          </a:xfrm>
          <a:custGeom>
            <a:avLst/>
            <a:gdLst>
              <a:gd name="connsiteX0" fmla="*/ 2228557 w 3262526"/>
              <a:gd name="connsiteY0" fmla="*/ 0 h 6892332"/>
              <a:gd name="connsiteX1" fmla="*/ 2141835 w 3262526"/>
              <a:gd name="connsiteY1" fmla="*/ 1398376 h 6892332"/>
              <a:gd name="connsiteX2" fmla="*/ 0 w 3262526"/>
              <a:gd name="connsiteY2" fmla="*/ 3723420 h 6892332"/>
              <a:gd name="connsiteX3" fmla="*/ 618448 w 3262526"/>
              <a:gd name="connsiteY3" fmla="*/ 5338411 h 6892332"/>
              <a:gd name="connsiteX4" fmla="*/ 973474 w 3262526"/>
              <a:gd name="connsiteY4" fmla="*/ 6890610 h 6892332"/>
              <a:gd name="connsiteX5" fmla="*/ 3262527 w 3262526"/>
              <a:gd name="connsiteY5" fmla="*/ 6892333 h 6892332"/>
              <a:gd name="connsiteX6" fmla="*/ 3261953 w 3262526"/>
              <a:gd name="connsiteY6" fmla="*/ 957 h 6892332"/>
              <a:gd name="connsiteX7" fmla="*/ 2228557 w 3262526"/>
              <a:gd name="connsiteY7" fmla="*/ 0 h 6892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62526" h="6892332">
                <a:moveTo>
                  <a:pt x="2228557" y="0"/>
                </a:moveTo>
                <a:cubicBezTo>
                  <a:pt x="2632305" y="498224"/>
                  <a:pt x="2611438" y="963232"/>
                  <a:pt x="2141835" y="1398376"/>
                </a:cubicBezTo>
                <a:cubicBezTo>
                  <a:pt x="1672231" y="1833520"/>
                  <a:pt x="91700" y="2371947"/>
                  <a:pt x="0" y="3723420"/>
                </a:cubicBezTo>
                <a:cubicBezTo>
                  <a:pt x="80214" y="4639749"/>
                  <a:pt x="584084" y="5063503"/>
                  <a:pt x="618448" y="5338411"/>
                </a:cubicBezTo>
                <a:cubicBezTo>
                  <a:pt x="652811" y="5613320"/>
                  <a:pt x="652811" y="6455466"/>
                  <a:pt x="973474" y="6890610"/>
                </a:cubicBezTo>
                <a:lnTo>
                  <a:pt x="3262527" y="6892333"/>
                </a:lnTo>
                <a:lnTo>
                  <a:pt x="3261953" y="957"/>
                </a:lnTo>
                <a:lnTo>
                  <a:pt x="2228557" y="0"/>
                </a:lnTo>
                <a:close/>
              </a:path>
            </a:pathLst>
          </a:custGeom>
          <a:noFill/>
          <a:ln w="957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7">
            <a:extLst>
              <a:ext uri="{FF2B5EF4-FFF2-40B4-BE49-F238E27FC236}">
                <a16:creationId xmlns:a16="http://schemas.microsoft.com/office/drawing/2014/main" id="{5E04F446-768C-AC78-28B2-673115C03623}"/>
              </a:ext>
            </a:extLst>
          </p:cNvPr>
          <p:cNvSpPr/>
          <p:nvPr userDrawn="1"/>
        </p:nvSpPr>
        <p:spPr>
          <a:xfrm>
            <a:off x="222154" y="197033"/>
            <a:ext cx="1730598" cy="1472358"/>
          </a:xfrm>
          <a:custGeom>
            <a:avLst/>
            <a:gdLst>
              <a:gd name="connsiteX0" fmla="*/ 70078 w 1730598"/>
              <a:gd name="connsiteY0" fmla="*/ 544165 h 1472358"/>
              <a:gd name="connsiteX1" fmla="*/ 882455 w 1730598"/>
              <a:gd name="connsiteY1" fmla="*/ 20959 h 1472358"/>
              <a:gd name="connsiteX2" fmla="*/ 1639793 w 1730598"/>
              <a:gd name="connsiteY2" fmla="*/ 915942 h 1472358"/>
              <a:gd name="connsiteX3" fmla="*/ 731026 w 1730598"/>
              <a:gd name="connsiteY3" fmla="*/ 1452933 h 1472358"/>
              <a:gd name="connsiteX4" fmla="*/ 70078 w 1730598"/>
              <a:gd name="connsiteY4" fmla="*/ 544165 h 1472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30598" h="1472358">
                <a:moveTo>
                  <a:pt x="70078" y="544165"/>
                </a:moveTo>
                <a:cubicBezTo>
                  <a:pt x="117938" y="355405"/>
                  <a:pt x="97645" y="-102999"/>
                  <a:pt x="882455" y="20959"/>
                </a:cubicBezTo>
                <a:cubicBezTo>
                  <a:pt x="1667265" y="144916"/>
                  <a:pt x="1873829" y="557949"/>
                  <a:pt x="1639793" y="915942"/>
                </a:cubicBezTo>
                <a:cubicBezTo>
                  <a:pt x="1405757" y="1273936"/>
                  <a:pt x="1185410" y="1549323"/>
                  <a:pt x="731026" y="1452933"/>
                </a:cubicBezTo>
                <a:cubicBezTo>
                  <a:pt x="276642" y="1356542"/>
                  <a:pt x="-177742" y="1521755"/>
                  <a:pt x="70078" y="544165"/>
                </a:cubicBezTo>
                <a:close/>
              </a:path>
            </a:pathLst>
          </a:custGeom>
          <a:solidFill>
            <a:schemeClr val="accent4"/>
          </a:solidFill>
          <a:ln w="957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4E61FE3-27FF-D0D5-464F-4466211D6BF5}"/>
              </a:ext>
            </a:extLst>
          </p:cNvPr>
          <p:cNvSpPr/>
          <p:nvPr userDrawn="1"/>
        </p:nvSpPr>
        <p:spPr>
          <a:xfrm>
            <a:off x="-45833" y="3729089"/>
            <a:ext cx="3164604" cy="3136559"/>
          </a:xfrm>
          <a:custGeom>
            <a:avLst/>
            <a:gdLst>
              <a:gd name="connsiteX0" fmla="*/ 3164605 w 3164604"/>
              <a:gd name="connsiteY0" fmla="*/ 3136560 h 3136559"/>
              <a:gd name="connsiteX1" fmla="*/ 2169020 w 3164604"/>
              <a:gd name="connsiteY1" fmla="*/ 2323512 h 3136559"/>
              <a:gd name="connsiteX2" fmla="*/ 1103750 w 3164604"/>
              <a:gd name="connsiteY2" fmla="*/ 1666967 h 3136559"/>
              <a:gd name="connsiteX3" fmla="*/ 768729 w 3164604"/>
              <a:gd name="connsiteY3" fmla="*/ 629935 h 3136559"/>
              <a:gd name="connsiteX4" fmla="*/ 0 w 3164604"/>
              <a:gd name="connsiteY4" fmla="*/ 0 h 3136559"/>
              <a:gd name="connsiteX5" fmla="*/ 0 w 3164604"/>
              <a:gd name="connsiteY5" fmla="*/ 3133688 h 3136559"/>
              <a:gd name="connsiteX6" fmla="*/ 3164605 w 3164604"/>
              <a:gd name="connsiteY6" fmla="*/ 3136560 h 3136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64604" h="3136559">
                <a:moveTo>
                  <a:pt x="3164605" y="3136560"/>
                </a:moveTo>
                <a:cubicBezTo>
                  <a:pt x="3013559" y="2738747"/>
                  <a:pt x="2568843" y="2469007"/>
                  <a:pt x="2169020" y="2323512"/>
                </a:cubicBezTo>
                <a:cubicBezTo>
                  <a:pt x="1769196" y="2178017"/>
                  <a:pt x="1329649" y="2027545"/>
                  <a:pt x="1103750" y="1666967"/>
                </a:cubicBezTo>
                <a:cubicBezTo>
                  <a:pt x="910108" y="1357887"/>
                  <a:pt x="920254" y="961701"/>
                  <a:pt x="768729" y="629935"/>
                </a:cubicBezTo>
                <a:cubicBezTo>
                  <a:pt x="630030" y="326023"/>
                  <a:pt x="322194" y="87967"/>
                  <a:pt x="0" y="0"/>
                </a:cubicBezTo>
                <a:lnTo>
                  <a:pt x="0" y="3133688"/>
                </a:lnTo>
                <a:lnTo>
                  <a:pt x="3164605" y="3136560"/>
                </a:lnTo>
                <a:close/>
              </a:path>
            </a:pathLst>
          </a:custGeom>
          <a:solidFill>
            <a:schemeClr val="accent5"/>
          </a:solidFill>
          <a:ln w="957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3FFE703-B9DD-68B9-5B3C-5F2C769705BC}"/>
              </a:ext>
            </a:extLst>
          </p:cNvPr>
          <p:cNvGrpSpPr/>
          <p:nvPr userDrawn="1"/>
        </p:nvGrpSpPr>
        <p:grpSpPr>
          <a:xfrm>
            <a:off x="-65448" y="4285968"/>
            <a:ext cx="3605300" cy="2592105"/>
            <a:chOff x="-65448" y="4285968"/>
            <a:chExt cx="3605300" cy="2592105"/>
          </a:xfrm>
        </p:grpSpPr>
        <p:sp>
          <p:nvSpPr>
            <p:cNvPr id="19" name="Graphic 7">
              <a:extLst>
                <a:ext uri="{FF2B5EF4-FFF2-40B4-BE49-F238E27FC236}">
                  <a16:creationId xmlns:a16="http://schemas.microsoft.com/office/drawing/2014/main" id="{7F7A933E-80B7-7B65-F806-6050CCC7695A}"/>
                </a:ext>
              </a:extLst>
            </p:cNvPr>
            <p:cNvSpPr/>
            <p:nvPr userDrawn="1"/>
          </p:nvSpPr>
          <p:spPr>
            <a:xfrm>
              <a:off x="-49846" y="4285968"/>
              <a:ext cx="3589698" cy="2592105"/>
            </a:xfrm>
            <a:custGeom>
              <a:avLst/>
              <a:gdLst>
                <a:gd name="connsiteX0" fmla="*/ 0 w 3589698"/>
                <a:gd name="connsiteY0" fmla="*/ 1102890 h 2592105"/>
                <a:gd name="connsiteX1" fmla="*/ 1302177 w 3589698"/>
                <a:gd name="connsiteY1" fmla="*/ 3448 h 2592105"/>
                <a:gd name="connsiteX2" fmla="*/ 3360640 w 3589698"/>
                <a:gd name="connsiteY2" fmla="*/ 892306 h 2592105"/>
                <a:gd name="connsiteX3" fmla="*/ 3446406 w 3589698"/>
                <a:gd name="connsiteY3" fmla="*/ 2592105 h 2592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89698" h="2592105">
                  <a:moveTo>
                    <a:pt x="0" y="1102890"/>
                  </a:moveTo>
                  <a:cubicBezTo>
                    <a:pt x="0" y="1102890"/>
                    <a:pt x="655013" y="50255"/>
                    <a:pt x="1302177" y="3448"/>
                  </a:cubicBezTo>
                  <a:cubicBezTo>
                    <a:pt x="1949342" y="-43359"/>
                    <a:pt x="3079989" y="393316"/>
                    <a:pt x="3360640" y="892306"/>
                  </a:cubicBezTo>
                  <a:cubicBezTo>
                    <a:pt x="3641387" y="1391295"/>
                    <a:pt x="3656894" y="2225688"/>
                    <a:pt x="3446406" y="2592105"/>
                  </a:cubicBezTo>
                </a:path>
              </a:pathLst>
            </a:custGeom>
            <a:noFill/>
            <a:ln w="15915" cap="flat">
              <a:solidFill>
                <a:schemeClr val="accent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Graphic 7">
              <a:extLst>
                <a:ext uri="{FF2B5EF4-FFF2-40B4-BE49-F238E27FC236}">
                  <a16:creationId xmlns:a16="http://schemas.microsoft.com/office/drawing/2014/main" id="{9E05B053-053C-21E3-A55F-CB53D7C8ED42}"/>
                </a:ext>
              </a:extLst>
            </p:cNvPr>
            <p:cNvSpPr/>
            <p:nvPr userDrawn="1"/>
          </p:nvSpPr>
          <p:spPr>
            <a:xfrm>
              <a:off x="-65448" y="4416211"/>
              <a:ext cx="3542501" cy="2446355"/>
            </a:xfrm>
            <a:custGeom>
              <a:avLst/>
              <a:gdLst>
                <a:gd name="connsiteX0" fmla="*/ 0 w 3542501"/>
                <a:gd name="connsiteY0" fmla="*/ 824473 h 2446355"/>
                <a:gd name="connsiteX1" fmla="*/ 1403545 w 3542501"/>
                <a:gd name="connsiteY1" fmla="*/ 13531 h 2446355"/>
                <a:gd name="connsiteX2" fmla="*/ 3274875 w 3542501"/>
                <a:gd name="connsiteY2" fmla="*/ 567177 h 2446355"/>
                <a:gd name="connsiteX3" fmla="*/ 3540020 w 3542501"/>
                <a:gd name="connsiteY3" fmla="*/ 2446356 h 2446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42501" h="2446355">
                  <a:moveTo>
                    <a:pt x="0" y="824473"/>
                  </a:moveTo>
                  <a:cubicBezTo>
                    <a:pt x="0" y="824473"/>
                    <a:pt x="522441" y="52489"/>
                    <a:pt x="1403545" y="13531"/>
                  </a:cubicBezTo>
                  <a:cubicBezTo>
                    <a:pt x="2284650" y="-25427"/>
                    <a:pt x="2963019" y="-17674"/>
                    <a:pt x="3274875" y="567177"/>
                  </a:cubicBezTo>
                  <a:cubicBezTo>
                    <a:pt x="3586731" y="1152027"/>
                    <a:pt x="3540020" y="2446356"/>
                    <a:pt x="3540020" y="2446356"/>
                  </a:cubicBezTo>
                </a:path>
              </a:pathLst>
            </a:custGeom>
            <a:noFill/>
            <a:ln w="15915" cap="flat">
              <a:solidFill>
                <a:schemeClr val="accent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" name="Graphic 7">
            <a:extLst>
              <a:ext uri="{FF2B5EF4-FFF2-40B4-BE49-F238E27FC236}">
                <a16:creationId xmlns:a16="http://schemas.microsoft.com/office/drawing/2014/main" id="{F400D6C2-B74D-9DE4-12A5-3123F432B73A}"/>
              </a:ext>
            </a:extLst>
          </p:cNvPr>
          <p:cNvGrpSpPr/>
          <p:nvPr userDrawn="1"/>
        </p:nvGrpSpPr>
        <p:grpSpPr>
          <a:xfrm>
            <a:off x="-50229" y="-74467"/>
            <a:ext cx="4715272" cy="2080359"/>
            <a:chOff x="-50229" y="-74467"/>
            <a:chExt cx="4715272" cy="2080359"/>
          </a:xfrm>
          <a:noFill/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9E2CEB6-654C-0DE8-A51B-90CFF336A02E}"/>
                </a:ext>
              </a:extLst>
            </p:cNvPr>
            <p:cNvSpPr/>
            <p:nvPr/>
          </p:nvSpPr>
          <p:spPr>
            <a:xfrm>
              <a:off x="110293" y="-74467"/>
              <a:ext cx="2863852" cy="834797"/>
            </a:xfrm>
            <a:custGeom>
              <a:avLst/>
              <a:gdLst>
                <a:gd name="connsiteX0" fmla="*/ 2863852 w 2863852"/>
                <a:gd name="connsiteY0" fmla="*/ 0 h 834797"/>
                <a:gd name="connsiteX1" fmla="*/ 2170360 w 2863852"/>
                <a:gd name="connsiteY1" fmla="*/ 796201 h 834797"/>
                <a:gd name="connsiteX2" fmla="*/ 1053114 w 2863852"/>
                <a:gd name="connsiteY2" fmla="*/ 764134 h 834797"/>
                <a:gd name="connsiteX3" fmla="*/ 0 w 2863852"/>
                <a:gd name="connsiteY3" fmla="*/ 6413 h 834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3852" h="834797">
                  <a:moveTo>
                    <a:pt x="2863852" y="0"/>
                  </a:moveTo>
                  <a:cubicBezTo>
                    <a:pt x="2863852" y="0"/>
                    <a:pt x="2780384" y="693493"/>
                    <a:pt x="2170360" y="796201"/>
                  </a:cubicBezTo>
                  <a:cubicBezTo>
                    <a:pt x="1560335" y="898908"/>
                    <a:pt x="1245703" y="764134"/>
                    <a:pt x="1053114" y="764134"/>
                  </a:cubicBezTo>
                  <a:cubicBezTo>
                    <a:pt x="860525" y="764134"/>
                    <a:pt x="250404" y="597198"/>
                    <a:pt x="0" y="6413"/>
                  </a:cubicBezTo>
                </a:path>
              </a:pathLst>
            </a:custGeom>
            <a:noFill/>
            <a:ln w="19139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01BEF77-3F17-61FC-49AF-36F99C02BEA8}"/>
                </a:ext>
              </a:extLst>
            </p:cNvPr>
            <p:cNvSpPr/>
            <p:nvPr/>
          </p:nvSpPr>
          <p:spPr>
            <a:xfrm>
              <a:off x="-50229" y="-55131"/>
              <a:ext cx="2966185" cy="1042224"/>
            </a:xfrm>
            <a:custGeom>
              <a:avLst/>
              <a:gdLst>
                <a:gd name="connsiteX0" fmla="*/ 0 w 2966185"/>
                <a:gd name="connsiteY0" fmla="*/ 57719 h 1042224"/>
                <a:gd name="connsiteX1" fmla="*/ 391687 w 2966185"/>
                <a:gd name="connsiteY1" fmla="*/ 288884 h 1042224"/>
                <a:gd name="connsiteX2" fmla="*/ 1830074 w 2966185"/>
                <a:gd name="connsiteY2" fmla="*/ 1040191 h 1042224"/>
                <a:gd name="connsiteX3" fmla="*/ 2953829 w 2966185"/>
                <a:gd name="connsiteY3" fmla="*/ 0 h 1042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6185" h="1042224">
                  <a:moveTo>
                    <a:pt x="0" y="57719"/>
                  </a:moveTo>
                  <a:cubicBezTo>
                    <a:pt x="0" y="57719"/>
                    <a:pt x="192589" y="218242"/>
                    <a:pt x="391687" y="288884"/>
                  </a:cubicBezTo>
                  <a:cubicBezTo>
                    <a:pt x="590785" y="359525"/>
                    <a:pt x="1085180" y="1001616"/>
                    <a:pt x="1830074" y="1040191"/>
                  </a:cubicBezTo>
                  <a:cubicBezTo>
                    <a:pt x="2574969" y="1078671"/>
                    <a:pt x="3050124" y="565036"/>
                    <a:pt x="2953829" y="0"/>
                  </a:cubicBezTo>
                </a:path>
              </a:pathLst>
            </a:custGeom>
            <a:noFill/>
            <a:ln w="19139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123A8A9-BB07-4E44-0890-DB9CB550D336}"/>
                </a:ext>
              </a:extLst>
            </p:cNvPr>
            <p:cNvSpPr/>
            <p:nvPr/>
          </p:nvSpPr>
          <p:spPr>
            <a:xfrm>
              <a:off x="-43815" y="-55227"/>
              <a:ext cx="3309657" cy="1427536"/>
            </a:xfrm>
            <a:custGeom>
              <a:avLst/>
              <a:gdLst>
                <a:gd name="connsiteX0" fmla="*/ 3294115 w 3309657"/>
                <a:gd name="connsiteY0" fmla="*/ 0 h 1427536"/>
                <a:gd name="connsiteX1" fmla="*/ 2940907 w 3309657"/>
                <a:gd name="connsiteY1" fmla="*/ 796201 h 1427536"/>
                <a:gd name="connsiteX2" fmla="*/ 1701618 w 3309657"/>
                <a:gd name="connsiteY2" fmla="*/ 1425465 h 1427536"/>
                <a:gd name="connsiteX3" fmla="*/ 0 w 3309657"/>
                <a:gd name="connsiteY3" fmla="*/ 770548 h 142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09657" h="1427536">
                  <a:moveTo>
                    <a:pt x="3294115" y="0"/>
                  </a:moveTo>
                  <a:cubicBezTo>
                    <a:pt x="3294115" y="0"/>
                    <a:pt x="3422571" y="565036"/>
                    <a:pt x="2940907" y="796201"/>
                  </a:cubicBezTo>
                  <a:cubicBezTo>
                    <a:pt x="2459243" y="1027365"/>
                    <a:pt x="2536394" y="1380572"/>
                    <a:pt x="1701618" y="1425465"/>
                  </a:cubicBezTo>
                  <a:cubicBezTo>
                    <a:pt x="866842" y="1470358"/>
                    <a:pt x="0" y="770548"/>
                    <a:pt x="0" y="770548"/>
                  </a:cubicBezTo>
                </a:path>
              </a:pathLst>
            </a:custGeom>
            <a:noFill/>
            <a:ln w="19139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BC44965-3C46-BB85-E877-0BE9776D6D3E}"/>
                </a:ext>
              </a:extLst>
            </p:cNvPr>
            <p:cNvSpPr/>
            <p:nvPr/>
          </p:nvSpPr>
          <p:spPr>
            <a:xfrm>
              <a:off x="-50229" y="-70255"/>
              <a:ext cx="4715272" cy="2076147"/>
            </a:xfrm>
            <a:custGeom>
              <a:avLst/>
              <a:gdLst>
                <a:gd name="connsiteX0" fmla="*/ 0 w 4715272"/>
                <a:gd name="connsiteY0" fmla="*/ 1800114 h 2076147"/>
                <a:gd name="connsiteX1" fmla="*/ 4715272 w 4715272"/>
                <a:gd name="connsiteY1" fmla="*/ 0 h 2076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15272" h="2076147">
                  <a:moveTo>
                    <a:pt x="0" y="1800114"/>
                  </a:moveTo>
                  <a:cubicBezTo>
                    <a:pt x="0" y="1800114"/>
                    <a:pt x="3174177" y="3116458"/>
                    <a:pt x="4715272" y="0"/>
                  </a:cubicBezTo>
                </a:path>
              </a:pathLst>
            </a:custGeom>
            <a:noFill/>
            <a:ln w="19139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6" name="Graphic 7">
            <a:extLst>
              <a:ext uri="{FF2B5EF4-FFF2-40B4-BE49-F238E27FC236}">
                <a16:creationId xmlns:a16="http://schemas.microsoft.com/office/drawing/2014/main" id="{4EAEE91D-A862-681C-4D07-891D94DA3554}"/>
              </a:ext>
            </a:extLst>
          </p:cNvPr>
          <p:cNvSpPr/>
          <p:nvPr userDrawn="1"/>
        </p:nvSpPr>
        <p:spPr>
          <a:xfrm>
            <a:off x="11460937" y="1755606"/>
            <a:ext cx="752986" cy="2682462"/>
          </a:xfrm>
          <a:custGeom>
            <a:avLst/>
            <a:gdLst>
              <a:gd name="connsiteX0" fmla="*/ 752987 w 752986"/>
              <a:gd name="connsiteY0" fmla="*/ 2682463 h 2682462"/>
              <a:gd name="connsiteX1" fmla="*/ 625 w 752986"/>
              <a:gd name="connsiteY1" fmla="*/ 901972 h 2682462"/>
              <a:gd name="connsiteX2" fmla="*/ 748009 w 752986"/>
              <a:gd name="connsiteY2" fmla="*/ 0 h 2682462"/>
              <a:gd name="connsiteX3" fmla="*/ 752987 w 752986"/>
              <a:gd name="connsiteY3" fmla="*/ 2682463 h 2682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2986" h="2682462">
                <a:moveTo>
                  <a:pt x="752987" y="2682463"/>
                </a:moveTo>
                <a:cubicBezTo>
                  <a:pt x="752987" y="2682463"/>
                  <a:pt x="-25123" y="2173327"/>
                  <a:pt x="625" y="901972"/>
                </a:cubicBezTo>
                <a:cubicBezTo>
                  <a:pt x="9240" y="403748"/>
                  <a:pt x="748009" y="0"/>
                  <a:pt x="748009" y="0"/>
                </a:cubicBezTo>
                <a:lnTo>
                  <a:pt x="752987" y="2682463"/>
                </a:lnTo>
                <a:close/>
              </a:path>
            </a:pathLst>
          </a:custGeom>
          <a:solidFill>
            <a:schemeClr val="accent4"/>
          </a:solidFill>
          <a:ln w="957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7" name="Graphic 7">
            <a:extLst>
              <a:ext uri="{FF2B5EF4-FFF2-40B4-BE49-F238E27FC236}">
                <a16:creationId xmlns:a16="http://schemas.microsoft.com/office/drawing/2014/main" id="{2C4BA01C-0D1E-2A61-5FE1-103F69AE4F59}"/>
              </a:ext>
            </a:extLst>
          </p:cNvPr>
          <p:cNvGrpSpPr/>
          <p:nvPr userDrawn="1"/>
        </p:nvGrpSpPr>
        <p:grpSpPr>
          <a:xfrm>
            <a:off x="11303531" y="1529534"/>
            <a:ext cx="891530" cy="3371125"/>
            <a:chOff x="11303531" y="1529534"/>
            <a:chExt cx="891530" cy="3371125"/>
          </a:xfrm>
          <a:solidFill>
            <a:schemeClr val="tx2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56B107E-5484-BAA6-2FAB-644AA2164086}"/>
                </a:ext>
              </a:extLst>
            </p:cNvPr>
            <p:cNvSpPr/>
            <p:nvPr/>
          </p:nvSpPr>
          <p:spPr>
            <a:xfrm>
              <a:off x="11303531" y="1834922"/>
              <a:ext cx="871241" cy="3065737"/>
            </a:xfrm>
            <a:custGeom>
              <a:avLst/>
              <a:gdLst>
                <a:gd name="connsiteX0" fmla="*/ 848936 w 871241"/>
                <a:gd name="connsiteY0" fmla="*/ 802 h 3065737"/>
                <a:gd name="connsiteX1" fmla="*/ 315679 w 871241"/>
                <a:gd name="connsiteY1" fmla="*/ 412878 h 3065737"/>
                <a:gd name="connsiteX2" fmla="*/ 42685 w 871241"/>
                <a:gd name="connsiteY2" fmla="*/ 1128578 h 3065737"/>
                <a:gd name="connsiteX3" fmla="*/ 23062 w 871241"/>
                <a:gd name="connsiteY3" fmla="*/ 1928415 h 3065737"/>
                <a:gd name="connsiteX4" fmla="*/ 281124 w 871241"/>
                <a:gd name="connsiteY4" fmla="*/ 2607742 h 3065737"/>
                <a:gd name="connsiteX5" fmla="*/ 778390 w 871241"/>
                <a:gd name="connsiteY5" fmla="*/ 3034080 h 3065737"/>
                <a:gd name="connsiteX6" fmla="*/ 853818 w 871241"/>
                <a:gd name="connsiteY6" fmla="*/ 3064806 h 3065737"/>
                <a:gd name="connsiteX7" fmla="*/ 861476 w 871241"/>
                <a:gd name="connsiteY7" fmla="*/ 3037143 h 3065737"/>
                <a:gd name="connsiteX8" fmla="*/ 348702 w 871241"/>
                <a:gd name="connsiteY8" fmla="*/ 2651581 h 3065737"/>
                <a:gd name="connsiteX9" fmla="*/ 67284 w 871241"/>
                <a:gd name="connsiteY9" fmla="*/ 2015808 h 3065737"/>
                <a:gd name="connsiteX10" fmla="*/ 55415 w 871241"/>
                <a:gd name="connsiteY10" fmla="*/ 1233295 h 3065737"/>
                <a:gd name="connsiteX11" fmla="*/ 291366 w 871241"/>
                <a:gd name="connsiteY11" fmla="*/ 502663 h 3065737"/>
                <a:gd name="connsiteX12" fmla="*/ 778677 w 871241"/>
                <a:gd name="connsiteY12" fmla="*/ 58043 h 3065737"/>
                <a:gd name="connsiteX13" fmla="*/ 856594 w 871241"/>
                <a:gd name="connsiteY13" fmla="*/ 28465 h 3065737"/>
                <a:gd name="connsiteX14" fmla="*/ 848936 w 871241"/>
                <a:gd name="connsiteY14" fmla="*/ 802 h 3065737"/>
                <a:gd name="connsiteX15" fmla="*/ 848936 w 871241"/>
                <a:gd name="connsiteY15" fmla="*/ 802 h 306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71241" h="3065737">
                  <a:moveTo>
                    <a:pt x="848936" y="802"/>
                  </a:moveTo>
                  <a:cubicBezTo>
                    <a:pt x="630024" y="72592"/>
                    <a:pt x="447198" y="226128"/>
                    <a:pt x="315679" y="412878"/>
                  </a:cubicBezTo>
                  <a:cubicBezTo>
                    <a:pt x="166929" y="624036"/>
                    <a:pt x="86333" y="876068"/>
                    <a:pt x="42685" y="1128578"/>
                  </a:cubicBezTo>
                  <a:cubicBezTo>
                    <a:pt x="-2782" y="1391904"/>
                    <a:pt x="-15992" y="1663462"/>
                    <a:pt x="23062" y="1928415"/>
                  </a:cubicBezTo>
                  <a:cubicBezTo>
                    <a:pt x="58670" y="2170300"/>
                    <a:pt x="141276" y="2405964"/>
                    <a:pt x="281124" y="2607742"/>
                  </a:cubicBezTo>
                  <a:cubicBezTo>
                    <a:pt x="406805" y="2789036"/>
                    <a:pt x="576229" y="2942954"/>
                    <a:pt x="778390" y="3034080"/>
                  </a:cubicBezTo>
                  <a:cubicBezTo>
                    <a:pt x="803181" y="3045183"/>
                    <a:pt x="828260" y="3055425"/>
                    <a:pt x="853818" y="3064806"/>
                  </a:cubicBezTo>
                  <a:cubicBezTo>
                    <a:pt x="871238" y="3071123"/>
                    <a:pt x="878705" y="3043460"/>
                    <a:pt x="861476" y="3037143"/>
                  </a:cubicBezTo>
                  <a:cubicBezTo>
                    <a:pt x="656922" y="2962481"/>
                    <a:pt x="481657" y="2822634"/>
                    <a:pt x="348702" y="2651581"/>
                  </a:cubicBezTo>
                  <a:cubicBezTo>
                    <a:pt x="204452" y="2465884"/>
                    <a:pt x="113135" y="2245537"/>
                    <a:pt x="67284" y="2015808"/>
                  </a:cubicBezTo>
                  <a:cubicBezTo>
                    <a:pt x="15978" y="1758703"/>
                    <a:pt x="19712" y="1492218"/>
                    <a:pt x="55415" y="1233295"/>
                  </a:cubicBezTo>
                  <a:cubicBezTo>
                    <a:pt x="90449" y="978967"/>
                    <a:pt x="157645" y="724160"/>
                    <a:pt x="291366" y="502663"/>
                  </a:cubicBezTo>
                  <a:cubicBezTo>
                    <a:pt x="406421" y="312180"/>
                    <a:pt x="573261" y="148020"/>
                    <a:pt x="778677" y="58043"/>
                  </a:cubicBezTo>
                  <a:cubicBezTo>
                    <a:pt x="804138" y="46844"/>
                    <a:pt x="830175" y="37176"/>
                    <a:pt x="856594" y="28465"/>
                  </a:cubicBezTo>
                  <a:cubicBezTo>
                    <a:pt x="874014" y="22722"/>
                    <a:pt x="866548" y="-5037"/>
                    <a:pt x="848936" y="802"/>
                  </a:cubicBezTo>
                  <a:lnTo>
                    <a:pt x="848936" y="802"/>
                  </a:lnTo>
                  <a:close/>
                </a:path>
              </a:pathLst>
            </a:custGeom>
            <a:grpFill/>
            <a:ln w="95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7B65E1A-57E3-5452-AB48-FC9D6BA6F423}"/>
                </a:ext>
              </a:extLst>
            </p:cNvPr>
            <p:cNvSpPr/>
            <p:nvPr/>
          </p:nvSpPr>
          <p:spPr>
            <a:xfrm>
              <a:off x="11617593" y="1529534"/>
              <a:ext cx="577468" cy="2048267"/>
            </a:xfrm>
            <a:custGeom>
              <a:avLst/>
              <a:gdLst>
                <a:gd name="connsiteX0" fmla="*/ 555454 w 577468"/>
                <a:gd name="connsiteY0" fmla="*/ 1322 h 2048267"/>
                <a:gd name="connsiteX1" fmla="*/ 219189 w 577468"/>
                <a:gd name="connsiteY1" fmla="*/ 274699 h 2048267"/>
                <a:gd name="connsiteX2" fmla="*/ 35215 w 577468"/>
                <a:gd name="connsiteY2" fmla="*/ 678064 h 2048267"/>
                <a:gd name="connsiteX3" fmla="*/ 10806 w 577468"/>
                <a:gd name="connsiteY3" fmla="*/ 1151591 h 2048267"/>
                <a:gd name="connsiteX4" fmla="*/ 162235 w 577468"/>
                <a:gd name="connsiteY4" fmla="*/ 1649432 h 2048267"/>
                <a:gd name="connsiteX5" fmla="*/ 300647 w 577468"/>
                <a:gd name="connsiteY5" fmla="*/ 1872269 h 2048267"/>
                <a:gd name="connsiteX6" fmla="*/ 485196 w 577468"/>
                <a:gd name="connsiteY6" fmla="*/ 2040545 h 2048267"/>
                <a:gd name="connsiteX7" fmla="*/ 543201 w 577468"/>
                <a:gd name="connsiteY7" fmla="*/ 2047915 h 2048267"/>
                <a:gd name="connsiteX8" fmla="*/ 543201 w 577468"/>
                <a:gd name="connsiteY8" fmla="*/ 2019199 h 2048267"/>
                <a:gd name="connsiteX9" fmla="*/ 350229 w 577468"/>
                <a:gd name="connsiteY9" fmla="*/ 1889690 h 2048267"/>
                <a:gd name="connsiteX10" fmla="*/ 209329 w 577468"/>
                <a:gd name="connsiteY10" fmla="*/ 1677574 h 2048267"/>
                <a:gd name="connsiteX11" fmla="*/ 45935 w 577468"/>
                <a:gd name="connsiteY11" fmla="*/ 1197441 h 2048267"/>
                <a:gd name="connsiteX12" fmla="*/ 52444 w 577468"/>
                <a:gd name="connsiteY12" fmla="*/ 732911 h 2048267"/>
                <a:gd name="connsiteX13" fmla="*/ 214019 w 577468"/>
                <a:gd name="connsiteY13" fmla="*/ 332035 h 2048267"/>
                <a:gd name="connsiteX14" fmla="*/ 520899 w 577468"/>
                <a:gd name="connsiteY14" fmla="*/ 49278 h 2048267"/>
                <a:gd name="connsiteX15" fmla="*/ 569812 w 577468"/>
                <a:gd name="connsiteY15" fmla="*/ 26113 h 2048267"/>
                <a:gd name="connsiteX16" fmla="*/ 555454 w 577468"/>
                <a:gd name="connsiteY16" fmla="*/ 1322 h 2048267"/>
                <a:gd name="connsiteX17" fmla="*/ 555454 w 577468"/>
                <a:gd name="connsiteY17" fmla="*/ 1322 h 2048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7468" h="2048267">
                  <a:moveTo>
                    <a:pt x="555454" y="1322"/>
                  </a:moveTo>
                  <a:cubicBezTo>
                    <a:pt x="420297" y="59615"/>
                    <a:pt x="306390" y="156867"/>
                    <a:pt x="219189" y="274699"/>
                  </a:cubicBezTo>
                  <a:cubicBezTo>
                    <a:pt x="130743" y="394253"/>
                    <a:pt x="70152" y="533909"/>
                    <a:pt x="35215" y="678064"/>
                  </a:cubicBezTo>
                  <a:cubicBezTo>
                    <a:pt x="-2308" y="833035"/>
                    <a:pt x="-8817" y="993557"/>
                    <a:pt x="10806" y="1151591"/>
                  </a:cubicBezTo>
                  <a:cubicBezTo>
                    <a:pt x="32247" y="1324749"/>
                    <a:pt x="83649" y="1493600"/>
                    <a:pt x="162235" y="1649432"/>
                  </a:cubicBezTo>
                  <a:cubicBezTo>
                    <a:pt x="201672" y="1727635"/>
                    <a:pt x="248001" y="1802297"/>
                    <a:pt x="300647" y="1872269"/>
                  </a:cubicBezTo>
                  <a:cubicBezTo>
                    <a:pt x="349368" y="1936975"/>
                    <a:pt x="405268" y="2013647"/>
                    <a:pt x="485196" y="2040545"/>
                  </a:cubicBezTo>
                  <a:cubicBezTo>
                    <a:pt x="503765" y="2046767"/>
                    <a:pt x="523674" y="2049255"/>
                    <a:pt x="543201" y="2047915"/>
                  </a:cubicBezTo>
                  <a:cubicBezTo>
                    <a:pt x="561484" y="2046575"/>
                    <a:pt x="561676" y="2017859"/>
                    <a:pt x="543201" y="2019199"/>
                  </a:cubicBezTo>
                  <a:cubicBezTo>
                    <a:pt x="459255" y="2025134"/>
                    <a:pt x="397420" y="1948558"/>
                    <a:pt x="350229" y="1889690"/>
                  </a:cubicBezTo>
                  <a:cubicBezTo>
                    <a:pt x="297009" y="1823451"/>
                    <a:pt x="250010" y="1752140"/>
                    <a:pt x="209329" y="1677574"/>
                  </a:cubicBezTo>
                  <a:cubicBezTo>
                    <a:pt x="127967" y="1528442"/>
                    <a:pt x="72545" y="1365239"/>
                    <a:pt x="45935" y="1197441"/>
                  </a:cubicBezTo>
                  <a:cubicBezTo>
                    <a:pt x="21526" y="1043715"/>
                    <a:pt x="21718" y="885681"/>
                    <a:pt x="52444" y="732911"/>
                  </a:cubicBezTo>
                  <a:cubicBezTo>
                    <a:pt x="80968" y="590862"/>
                    <a:pt x="134093" y="453121"/>
                    <a:pt x="214019" y="332035"/>
                  </a:cubicBezTo>
                  <a:cubicBezTo>
                    <a:pt x="291553" y="214586"/>
                    <a:pt x="395506" y="114272"/>
                    <a:pt x="520899" y="49278"/>
                  </a:cubicBezTo>
                  <a:cubicBezTo>
                    <a:pt x="536884" y="40950"/>
                    <a:pt x="553252" y="33292"/>
                    <a:pt x="569812" y="26113"/>
                  </a:cubicBezTo>
                  <a:cubicBezTo>
                    <a:pt x="586946" y="18839"/>
                    <a:pt x="572301" y="-5953"/>
                    <a:pt x="555454" y="1322"/>
                  </a:cubicBezTo>
                  <a:lnTo>
                    <a:pt x="555454" y="1322"/>
                  </a:lnTo>
                  <a:close/>
                </a:path>
              </a:pathLst>
            </a:custGeom>
            <a:grpFill/>
            <a:ln w="95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1" name="Graphic 7">
            <a:extLst>
              <a:ext uri="{FF2B5EF4-FFF2-40B4-BE49-F238E27FC236}">
                <a16:creationId xmlns:a16="http://schemas.microsoft.com/office/drawing/2014/main" id="{ADCD79A5-44A1-B468-8045-457FBAD06385}"/>
              </a:ext>
            </a:extLst>
          </p:cNvPr>
          <p:cNvSpPr/>
          <p:nvPr userDrawn="1"/>
        </p:nvSpPr>
        <p:spPr>
          <a:xfrm>
            <a:off x="9372489" y="-34996"/>
            <a:ext cx="2747434" cy="6923632"/>
          </a:xfrm>
          <a:custGeom>
            <a:avLst/>
            <a:gdLst>
              <a:gd name="connsiteX0" fmla="*/ 2534956 w 2747434"/>
              <a:gd name="connsiteY0" fmla="*/ 0 h 6923632"/>
              <a:gd name="connsiteX1" fmla="*/ 2706775 w 2747434"/>
              <a:gd name="connsiteY1" fmla="*/ 979313 h 6923632"/>
              <a:gd name="connsiteX2" fmla="*/ 1358077 w 2747434"/>
              <a:gd name="connsiteY2" fmla="*/ 1924263 h 6923632"/>
              <a:gd name="connsiteX3" fmla="*/ 9379 w 2747434"/>
              <a:gd name="connsiteY3" fmla="*/ 3479046 h 6923632"/>
              <a:gd name="connsiteX4" fmla="*/ 473239 w 2747434"/>
              <a:gd name="connsiteY4" fmla="*/ 5162669 h 6923632"/>
              <a:gd name="connsiteX5" fmla="*/ 791030 w 2747434"/>
              <a:gd name="connsiteY5" fmla="*/ 6923633 h 6923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47434" h="6923632">
                <a:moveTo>
                  <a:pt x="2534956" y="0"/>
                </a:moveTo>
                <a:cubicBezTo>
                  <a:pt x="2560706" y="51497"/>
                  <a:pt x="2852748" y="661427"/>
                  <a:pt x="2706775" y="979313"/>
                </a:cubicBezTo>
                <a:cubicBezTo>
                  <a:pt x="2560802" y="1297200"/>
                  <a:pt x="1736076" y="1743831"/>
                  <a:pt x="1358077" y="1924263"/>
                </a:cubicBezTo>
                <a:cubicBezTo>
                  <a:pt x="980078" y="2104696"/>
                  <a:pt x="95336" y="2723144"/>
                  <a:pt x="9379" y="3479046"/>
                </a:cubicBezTo>
                <a:cubicBezTo>
                  <a:pt x="-76577" y="4234949"/>
                  <a:pt x="456105" y="4750402"/>
                  <a:pt x="473239" y="5162669"/>
                </a:cubicBezTo>
                <a:cubicBezTo>
                  <a:pt x="490373" y="5575032"/>
                  <a:pt x="456105" y="6605842"/>
                  <a:pt x="791030" y="6923633"/>
                </a:cubicBezTo>
              </a:path>
            </a:pathLst>
          </a:custGeom>
          <a:noFill/>
          <a:ln w="15915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B40D38F-CF40-6542-AE46-FC2D631B0D6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12777" y="1939925"/>
            <a:ext cx="3607423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7B94411-EE1B-C03C-ECA6-2C4902E5D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774" y="2853732"/>
            <a:ext cx="3611880" cy="332640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0FA7392-094B-A613-86FB-A9E944F23638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283406" y="1939925"/>
            <a:ext cx="3625189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68ACE00C-9CB9-DC00-4643-DA904CA9AA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292287" y="2853732"/>
            <a:ext cx="3611880" cy="332640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2013688-DF31-3EE2-D370-36B3288E68B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971800" y="1939925"/>
            <a:ext cx="3607423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F083F95-2FCF-68CA-C819-D4BE0495B34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71801" y="2853732"/>
            <a:ext cx="3611880" cy="332640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9" name="Title Placeholder 1">
            <a:extLst>
              <a:ext uri="{FF2B5EF4-FFF2-40B4-BE49-F238E27FC236}">
                <a16:creationId xmlns:a16="http://schemas.microsoft.com/office/drawing/2014/main" id="{5383B23B-2B89-6FE6-0D68-1362CD351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7" y="525782"/>
            <a:ext cx="109696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0" name="Date Placeholder 6">
            <a:extLst>
              <a:ext uri="{FF2B5EF4-FFF2-40B4-BE49-F238E27FC236}">
                <a16:creationId xmlns:a16="http://schemas.microsoft.com/office/drawing/2014/main" id="{59729D82-FB30-8553-3928-DBE5CE9FD1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777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CA2C1983-85E7-45E2-ABAC-BABAC97AF800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41" name="Footer Placeholder 7">
            <a:extLst>
              <a:ext uri="{FF2B5EF4-FFF2-40B4-BE49-F238E27FC236}">
                <a16:creationId xmlns:a16="http://schemas.microsoft.com/office/drawing/2014/main" id="{81FDCA25-BD57-9CE0-C26F-52D00B72C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479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2" name="Slide Number Placeholder 8">
            <a:extLst>
              <a:ext uri="{FF2B5EF4-FFF2-40B4-BE49-F238E27FC236}">
                <a16:creationId xmlns:a16="http://schemas.microsoft.com/office/drawing/2014/main" id="{E8E1E34B-A47D-C7D9-6D07-069DD7AF3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9200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5713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6DB7D6D-DE9E-33AC-0554-462DE84DBC7D}"/>
              </a:ext>
            </a:extLst>
          </p:cNvPr>
          <p:cNvSpPr/>
          <p:nvPr userDrawn="1"/>
        </p:nvSpPr>
        <p:spPr>
          <a:xfrm flipV="1">
            <a:off x="9898838" y="963113"/>
            <a:ext cx="469782" cy="545190"/>
          </a:xfrm>
          <a:custGeom>
            <a:avLst/>
            <a:gdLst>
              <a:gd name="connsiteX0" fmla="*/ 400670 w 469782"/>
              <a:gd name="connsiteY0" fmla="*/ 70947 h 545190"/>
              <a:gd name="connsiteX1" fmla="*/ 144393 w 469782"/>
              <a:gd name="connsiteY1" fmla="*/ 16442 h 545190"/>
              <a:gd name="connsiteX2" fmla="*/ 36799 w 469782"/>
              <a:gd name="connsiteY2" fmla="*/ 107599 h 545190"/>
              <a:gd name="connsiteX3" fmla="*/ 242 w 469782"/>
              <a:gd name="connsiteY3" fmla="*/ 278010 h 545190"/>
              <a:gd name="connsiteX4" fmla="*/ 140142 w 469782"/>
              <a:gd name="connsiteY4" fmla="*/ 542411 h 545190"/>
              <a:gd name="connsiteX5" fmla="*/ 318487 w 469782"/>
              <a:gd name="connsiteY5" fmla="*/ 494330 h 545190"/>
              <a:gd name="connsiteX6" fmla="*/ 442234 w 469782"/>
              <a:gd name="connsiteY6" fmla="*/ 382203 h 545190"/>
              <a:gd name="connsiteX7" fmla="*/ 400670 w 469782"/>
              <a:gd name="connsiteY7" fmla="*/ 70947 h 545190"/>
              <a:gd name="connsiteX8" fmla="*/ 381778 w 469782"/>
              <a:gd name="connsiteY8" fmla="*/ 89840 h 545190"/>
              <a:gd name="connsiteX9" fmla="*/ 429670 w 469782"/>
              <a:gd name="connsiteY9" fmla="*/ 343662 h 545190"/>
              <a:gd name="connsiteX10" fmla="*/ 342387 w 469782"/>
              <a:gd name="connsiteY10" fmla="*/ 448043 h 545190"/>
              <a:gd name="connsiteX11" fmla="*/ 269556 w 469782"/>
              <a:gd name="connsiteY11" fmla="*/ 490173 h 545190"/>
              <a:gd name="connsiteX12" fmla="*/ 186995 w 469782"/>
              <a:gd name="connsiteY12" fmla="*/ 517473 h 545190"/>
              <a:gd name="connsiteX13" fmla="*/ 29431 w 469782"/>
              <a:gd name="connsiteY13" fmla="*/ 312583 h 545190"/>
              <a:gd name="connsiteX14" fmla="*/ 128428 w 469782"/>
              <a:gd name="connsiteY14" fmla="*/ 53283 h 545190"/>
              <a:gd name="connsiteX15" fmla="*/ 381872 w 469782"/>
              <a:gd name="connsiteY15" fmla="*/ 89840 h 545190"/>
              <a:gd name="connsiteX16" fmla="*/ 400670 w 469782"/>
              <a:gd name="connsiteY16" fmla="*/ 70947 h 545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69782" h="545190">
                <a:moveTo>
                  <a:pt x="400670" y="70947"/>
                </a:moveTo>
                <a:cubicBezTo>
                  <a:pt x="338230" y="667"/>
                  <a:pt x="230259" y="-17187"/>
                  <a:pt x="144393" y="16442"/>
                </a:cubicBezTo>
                <a:cubicBezTo>
                  <a:pt x="99050" y="34201"/>
                  <a:pt x="61265" y="65185"/>
                  <a:pt x="36799" y="107599"/>
                </a:cubicBezTo>
                <a:cubicBezTo>
                  <a:pt x="7233" y="158892"/>
                  <a:pt x="-1647" y="219537"/>
                  <a:pt x="242" y="278010"/>
                </a:cubicBezTo>
                <a:cubicBezTo>
                  <a:pt x="3265" y="372662"/>
                  <a:pt x="27070" y="520401"/>
                  <a:pt x="140142" y="542411"/>
                </a:cubicBezTo>
                <a:cubicBezTo>
                  <a:pt x="202865" y="554597"/>
                  <a:pt x="265399" y="524557"/>
                  <a:pt x="318487" y="494330"/>
                </a:cubicBezTo>
                <a:cubicBezTo>
                  <a:pt x="366002" y="467219"/>
                  <a:pt x="416351" y="432079"/>
                  <a:pt x="442234" y="382203"/>
                </a:cubicBezTo>
                <a:cubicBezTo>
                  <a:pt x="492677" y="284905"/>
                  <a:pt x="470950" y="152563"/>
                  <a:pt x="400670" y="70947"/>
                </a:cubicBezTo>
                <a:cubicBezTo>
                  <a:pt x="389429" y="57912"/>
                  <a:pt x="370631" y="76899"/>
                  <a:pt x="381778" y="89840"/>
                </a:cubicBezTo>
                <a:cubicBezTo>
                  <a:pt x="439778" y="157192"/>
                  <a:pt x="457631" y="259589"/>
                  <a:pt x="429670" y="343662"/>
                </a:cubicBezTo>
                <a:cubicBezTo>
                  <a:pt x="414745" y="388626"/>
                  <a:pt x="380738" y="421688"/>
                  <a:pt x="342387" y="448043"/>
                </a:cubicBezTo>
                <a:cubicBezTo>
                  <a:pt x="319338" y="463912"/>
                  <a:pt x="294683" y="477799"/>
                  <a:pt x="269556" y="490173"/>
                </a:cubicBezTo>
                <a:cubicBezTo>
                  <a:pt x="243673" y="502926"/>
                  <a:pt x="215806" y="513978"/>
                  <a:pt x="186995" y="517473"/>
                </a:cubicBezTo>
                <a:cubicBezTo>
                  <a:pt x="71184" y="531359"/>
                  <a:pt x="38216" y="402417"/>
                  <a:pt x="29431" y="312583"/>
                </a:cubicBezTo>
                <a:cubicBezTo>
                  <a:pt x="19985" y="216798"/>
                  <a:pt x="36705" y="104671"/>
                  <a:pt x="128428" y="53283"/>
                </a:cubicBezTo>
                <a:cubicBezTo>
                  <a:pt x="208533" y="8413"/>
                  <a:pt x="319716" y="19937"/>
                  <a:pt x="381872" y="89840"/>
                </a:cubicBezTo>
                <a:cubicBezTo>
                  <a:pt x="393208" y="102781"/>
                  <a:pt x="412006" y="83794"/>
                  <a:pt x="400670" y="70947"/>
                </a:cubicBezTo>
                <a:close/>
              </a:path>
            </a:pathLst>
          </a:custGeom>
          <a:solidFill>
            <a:schemeClr val="tx2"/>
          </a:solidFill>
          <a:ln w="944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E488EA1-AADE-7DB5-5C97-6435D5CD9CFC}"/>
              </a:ext>
            </a:extLst>
          </p:cNvPr>
          <p:cNvSpPr/>
          <p:nvPr userDrawn="1"/>
        </p:nvSpPr>
        <p:spPr>
          <a:xfrm flipV="1">
            <a:off x="10107032" y="-9825"/>
            <a:ext cx="1895577" cy="1214995"/>
          </a:xfrm>
          <a:custGeom>
            <a:avLst/>
            <a:gdLst>
              <a:gd name="connsiteX0" fmla="*/ 14980 w 1895577"/>
              <a:gd name="connsiteY0" fmla="*/ 1199304 h 1214995"/>
              <a:gd name="connsiteX1" fmla="*/ 177740 w 1895577"/>
              <a:gd name="connsiteY1" fmla="*/ 931030 h 1214995"/>
              <a:gd name="connsiteX2" fmla="*/ 199939 w 1895577"/>
              <a:gd name="connsiteY2" fmla="*/ 740403 h 1214995"/>
              <a:gd name="connsiteX3" fmla="*/ 225255 w 1895577"/>
              <a:gd name="connsiteY3" fmla="*/ 565270 h 1214995"/>
              <a:gd name="connsiteX4" fmla="*/ 589881 w 1895577"/>
              <a:gd name="connsiteY4" fmla="*/ 61877 h 1214995"/>
              <a:gd name="connsiteX5" fmla="*/ 885928 w 1895577"/>
              <a:gd name="connsiteY5" fmla="*/ 30704 h 1214995"/>
              <a:gd name="connsiteX6" fmla="*/ 1024599 w 1895577"/>
              <a:gd name="connsiteY6" fmla="*/ 94750 h 1214995"/>
              <a:gd name="connsiteX7" fmla="*/ 1165821 w 1895577"/>
              <a:gd name="connsiteY7" fmla="*/ 193370 h 1214995"/>
              <a:gd name="connsiteX8" fmla="*/ 1334909 w 1895577"/>
              <a:gd name="connsiteY8" fmla="*/ 230777 h 1214995"/>
              <a:gd name="connsiteX9" fmla="*/ 1499747 w 1895577"/>
              <a:gd name="connsiteY9" fmla="*/ 264594 h 1214995"/>
              <a:gd name="connsiteX10" fmla="*/ 1737321 w 1895577"/>
              <a:gd name="connsiteY10" fmla="*/ 443318 h 1214995"/>
              <a:gd name="connsiteX11" fmla="*/ 1844442 w 1895577"/>
              <a:gd name="connsiteY11" fmla="*/ 1114004 h 1214995"/>
              <a:gd name="connsiteX12" fmla="*/ 1818181 w 1895577"/>
              <a:gd name="connsiteY12" fmla="*/ 1202704 h 1214995"/>
              <a:gd name="connsiteX13" fmla="*/ 1837546 w 1895577"/>
              <a:gd name="connsiteY13" fmla="*/ 1208089 h 1214995"/>
              <a:gd name="connsiteX14" fmla="*/ 1801083 w 1895577"/>
              <a:gd name="connsiteY14" fmla="*/ 501507 h 1214995"/>
              <a:gd name="connsiteX15" fmla="*/ 1587692 w 1895577"/>
              <a:gd name="connsiteY15" fmla="*/ 284432 h 1214995"/>
              <a:gd name="connsiteX16" fmla="*/ 1449115 w 1895577"/>
              <a:gd name="connsiteY16" fmla="*/ 228415 h 1214995"/>
              <a:gd name="connsiteX17" fmla="*/ 1269352 w 1895577"/>
              <a:gd name="connsiteY17" fmla="*/ 201871 h 1214995"/>
              <a:gd name="connsiteX18" fmla="*/ 1184619 w 1895577"/>
              <a:gd name="connsiteY18" fmla="*/ 179672 h 1214995"/>
              <a:gd name="connsiteX19" fmla="*/ 1107537 w 1895577"/>
              <a:gd name="connsiteY19" fmla="*/ 134708 h 1214995"/>
              <a:gd name="connsiteX20" fmla="*/ 967354 w 1895577"/>
              <a:gd name="connsiteY20" fmla="*/ 37600 h 1214995"/>
              <a:gd name="connsiteX21" fmla="*/ 671497 w 1895577"/>
              <a:gd name="connsiteY21" fmla="*/ 13890 h 1214995"/>
              <a:gd name="connsiteX22" fmla="*/ 404356 w 1895577"/>
              <a:gd name="connsiteY22" fmla="*/ 167015 h 1214995"/>
              <a:gd name="connsiteX23" fmla="*/ 237629 w 1895577"/>
              <a:gd name="connsiteY23" fmla="*/ 447663 h 1214995"/>
              <a:gd name="connsiteX24" fmla="*/ 195971 w 1895577"/>
              <a:gd name="connsiteY24" fmla="*/ 610045 h 1214995"/>
              <a:gd name="connsiteX25" fmla="*/ 175189 w 1895577"/>
              <a:gd name="connsiteY25" fmla="*/ 794626 h 1214995"/>
              <a:gd name="connsiteX26" fmla="*/ 66085 w 1895577"/>
              <a:gd name="connsiteY26" fmla="*/ 1130818 h 1214995"/>
              <a:gd name="connsiteX27" fmla="*/ 4778 w 1895577"/>
              <a:gd name="connsiteY27" fmla="*/ 1182206 h 1214995"/>
              <a:gd name="connsiteX28" fmla="*/ 14980 w 1895577"/>
              <a:gd name="connsiteY28" fmla="*/ 1199304 h 1214995"/>
              <a:gd name="connsiteX29" fmla="*/ 14980 w 1895577"/>
              <a:gd name="connsiteY29" fmla="*/ 1199304 h 1214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895577" h="1214995">
                <a:moveTo>
                  <a:pt x="14980" y="1199304"/>
                </a:moveTo>
                <a:cubicBezTo>
                  <a:pt x="109065" y="1141965"/>
                  <a:pt x="157336" y="1035506"/>
                  <a:pt x="177740" y="931030"/>
                </a:cubicBezTo>
                <a:cubicBezTo>
                  <a:pt x="190020" y="868117"/>
                  <a:pt x="194365" y="804072"/>
                  <a:pt x="199939" y="740403"/>
                </a:cubicBezTo>
                <a:cubicBezTo>
                  <a:pt x="205134" y="681459"/>
                  <a:pt x="212408" y="623081"/>
                  <a:pt x="225255" y="565270"/>
                </a:cubicBezTo>
                <a:cubicBezTo>
                  <a:pt x="271636" y="357168"/>
                  <a:pt x="386219" y="149822"/>
                  <a:pt x="589881" y="61877"/>
                </a:cubicBezTo>
                <a:cubicBezTo>
                  <a:pt x="681982" y="22108"/>
                  <a:pt x="787592" y="7656"/>
                  <a:pt x="885928" y="30704"/>
                </a:cubicBezTo>
                <a:cubicBezTo>
                  <a:pt x="936276" y="42512"/>
                  <a:pt x="982941" y="64239"/>
                  <a:pt x="1024599" y="94750"/>
                </a:cubicBezTo>
                <a:cubicBezTo>
                  <a:pt x="1070980" y="128757"/>
                  <a:pt x="1112449" y="169943"/>
                  <a:pt x="1165821" y="193370"/>
                </a:cubicBezTo>
                <a:cubicBezTo>
                  <a:pt x="1219287" y="216796"/>
                  <a:pt x="1277476" y="223975"/>
                  <a:pt x="1334909" y="230777"/>
                </a:cubicBezTo>
                <a:cubicBezTo>
                  <a:pt x="1390926" y="237389"/>
                  <a:pt x="1446564" y="244852"/>
                  <a:pt x="1499747" y="264594"/>
                </a:cubicBezTo>
                <a:cubicBezTo>
                  <a:pt x="1594115" y="299451"/>
                  <a:pt x="1675731" y="364442"/>
                  <a:pt x="1737321" y="443318"/>
                </a:cubicBezTo>
                <a:cubicBezTo>
                  <a:pt x="1885627" y="632905"/>
                  <a:pt x="1901781" y="887388"/>
                  <a:pt x="1844442" y="1114004"/>
                </a:cubicBezTo>
                <a:cubicBezTo>
                  <a:pt x="1836885" y="1143949"/>
                  <a:pt x="1828005" y="1173516"/>
                  <a:pt x="1818181" y="1202704"/>
                </a:cubicBezTo>
                <a:cubicBezTo>
                  <a:pt x="1814025" y="1214985"/>
                  <a:pt x="1833484" y="1220275"/>
                  <a:pt x="1837546" y="1208089"/>
                </a:cubicBezTo>
                <a:cubicBezTo>
                  <a:pt x="1914628" y="980150"/>
                  <a:pt x="1926624" y="714993"/>
                  <a:pt x="1801083" y="501507"/>
                </a:cubicBezTo>
                <a:cubicBezTo>
                  <a:pt x="1749223" y="413279"/>
                  <a:pt x="1676203" y="336386"/>
                  <a:pt x="1587692" y="284432"/>
                </a:cubicBezTo>
                <a:cubicBezTo>
                  <a:pt x="1544617" y="259116"/>
                  <a:pt x="1497763" y="239845"/>
                  <a:pt x="1449115" y="228415"/>
                </a:cubicBezTo>
                <a:cubicBezTo>
                  <a:pt x="1389981" y="214529"/>
                  <a:pt x="1329053" y="212073"/>
                  <a:pt x="1269352" y="201871"/>
                </a:cubicBezTo>
                <a:cubicBezTo>
                  <a:pt x="1240541" y="196959"/>
                  <a:pt x="1211824" y="190347"/>
                  <a:pt x="1184619" y="179672"/>
                </a:cubicBezTo>
                <a:cubicBezTo>
                  <a:pt x="1156658" y="168715"/>
                  <a:pt x="1131436" y="152751"/>
                  <a:pt x="1107537" y="134708"/>
                </a:cubicBezTo>
                <a:cubicBezTo>
                  <a:pt x="1061817" y="100229"/>
                  <a:pt x="1020065" y="61688"/>
                  <a:pt x="967354" y="37600"/>
                </a:cubicBezTo>
                <a:cubicBezTo>
                  <a:pt x="874970" y="-4719"/>
                  <a:pt x="769549" y="-9348"/>
                  <a:pt x="671497" y="13890"/>
                </a:cubicBezTo>
                <a:cubicBezTo>
                  <a:pt x="569666" y="38073"/>
                  <a:pt x="477093" y="91917"/>
                  <a:pt x="404356" y="167015"/>
                </a:cubicBezTo>
                <a:cubicBezTo>
                  <a:pt x="327841" y="246080"/>
                  <a:pt x="273620" y="344226"/>
                  <a:pt x="237629" y="447663"/>
                </a:cubicBezTo>
                <a:cubicBezTo>
                  <a:pt x="219209" y="500468"/>
                  <a:pt x="205606" y="554973"/>
                  <a:pt x="195971" y="610045"/>
                </a:cubicBezTo>
                <a:cubicBezTo>
                  <a:pt x="185297" y="671163"/>
                  <a:pt x="180574" y="732847"/>
                  <a:pt x="175189" y="794626"/>
                </a:cubicBezTo>
                <a:cubicBezTo>
                  <a:pt x="164893" y="912043"/>
                  <a:pt x="147606" y="1039095"/>
                  <a:pt x="66085" y="1130818"/>
                </a:cubicBezTo>
                <a:cubicBezTo>
                  <a:pt x="48231" y="1150939"/>
                  <a:pt x="27827" y="1168226"/>
                  <a:pt x="4778" y="1182206"/>
                </a:cubicBezTo>
                <a:cubicBezTo>
                  <a:pt x="-6274" y="1188724"/>
                  <a:pt x="3834" y="1206106"/>
                  <a:pt x="14980" y="1199304"/>
                </a:cubicBezTo>
                <a:lnTo>
                  <a:pt x="14980" y="1199304"/>
                </a:lnTo>
                <a:close/>
              </a:path>
            </a:pathLst>
          </a:custGeom>
          <a:solidFill>
            <a:schemeClr val="tx2"/>
          </a:solidFill>
          <a:ln w="944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Graphic 7">
            <a:extLst>
              <a:ext uri="{FF2B5EF4-FFF2-40B4-BE49-F238E27FC236}">
                <a16:creationId xmlns:a16="http://schemas.microsoft.com/office/drawing/2014/main" id="{1DC54204-0814-22C7-DD47-341E14BBED5B}"/>
              </a:ext>
            </a:extLst>
          </p:cNvPr>
          <p:cNvSpPr/>
          <p:nvPr userDrawn="1"/>
        </p:nvSpPr>
        <p:spPr>
          <a:xfrm>
            <a:off x="11579746" y="1759984"/>
            <a:ext cx="752986" cy="2682462"/>
          </a:xfrm>
          <a:custGeom>
            <a:avLst/>
            <a:gdLst>
              <a:gd name="connsiteX0" fmla="*/ 752987 w 752986"/>
              <a:gd name="connsiteY0" fmla="*/ 2682463 h 2682462"/>
              <a:gd name="connsiteX1" fmla="*/ 625 w 752986"/>
              <a:gd name="connsiteY1" fmla="*/ 901972 h 2682462"/>
              <a:gd name="connsiteX2" fmla="*/ 748009 w 752986"/>
              <a:gd name="connsiteY2" fmla="*/ 0 h 2682462"/>
              <a:gd name="connsiteX3" fmla="*/ 752987 w 752986"/>
              <a:gd name="connsiteY3" fmla="*/ 2682463 h 2682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2986" h="2682462">
                <a:moveTo>
                  <a:pt x="752987" y="2682463"/>
                </a:moveTo>
                <a:cubicBezTo>
                  <a:pt x="752987" y="2682463"/>
                  <a:pt x="-25123" y="2173327"/>
                  <a:pt x="625" y="901972"/>
                </a:cubicBezTo>
                <a:cubicBezTo>
                  <a:pt x="9240" y="403748"/>
                  <a:pt x="748009" y="0"/>
                  <a:pt x="748009" y="0"/>
                </a:cubicBezTo>
                <a:lnTo>
                  <a:pt x="752987" y="2682463"/>
                </a:lnTo>
                <a:close/>
              </a:path>
            </a:pathLst>
          </a:custGeom>
          <a:solidFill>
            <a:schemeClr val="accent1"/>
          </a:solidFill>
          <a:ln w="957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0" name="Graphic 7">
            <a:extLst>
              <a:ext uri="{FF2B5EF4-FFF2-40B4-BE49-F238E27FC236}">
                <a16:creationId xmlns:a16="http://schemas.microsoft.com/office/drawing/2014/main" id="{399FCDF3-7E3E-425E-F430-CF233B522A74}"/>
              </a:ext>
            </a:extLst>
          </p:cNvPr>
          <p:cNvGrpSpPr/>
          <p:nvPr userDrawn="1"/>
        </p:nvGrpSpPr>
        <p:grpSpPr>
          <a:xfrm>
            <a:off x="11495209" y="1515044"/>
            <a:ext cx="891530" cy="3371125"/>
            <a:chOff x="11303531" y="1529534"/>
            <a:chExt cx="891530" cy="3371125"/>
          </a:xfrm>
          <a:solidFill>
            <a:schemeClr val="tx2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9A6FB9F-C67C-C49A-4FBB-6309918CA4D3}"/>
                </a:ext>
              </a:extLst>
            </p:cNvPr>
            <p:cNvSpPr/>
            <p:nvPr/>
          </p:nvSpPr>
          <p:spPr>
            <a:xfrm>
              <a:off x="11303531" y="1834922"/>
              <a:ext cx="871241" cy="3065737"/>
            </a:xfrm>
            <a:custGeom>
              <a:avLst/>
              <a:gdLst>
                <a:gd name="connsiteX0" fmla="*/ 848936 w 871241"/>
                <a:gd name="connsiteY0" fmla="*/ 802 h 3065737"/>
                <a:gd name="connsiteX1" fmla="*/ 315679 w 871241"/>
                <a:gd name="connsiteY1" fmla="*/ 412878 h 3065737"/>
                <a:gd name="connsiteX2" fmla="*/ 42685 w 871241"/>
                <a:gd name="connsiteY2" fmla="*/ 1128578 h 3065737"/>
                <a:gd name="connsiteX3" fmla="*/ 23062 w 871241"/>
                <a:gd name="connsiteY3" fmla="*/ 1928415 h 3065737"/>
                <a:gd name="connsiteX4" fmla="*/ 281124 w 871241"/>
                <a:gd name="connsiteY4" fmla="*/ 2607742 h 3065737"/>
                <a:gd name="connsiteX5" fmla="*/ 778390 w 871241"/>
                <a:gd name="connsiteY5" fmla="*/ 3034080 h 3065737"/>
                <a:gd name="connsiteX6" fmla="*/ 853818 w 871241"/>
                <a:gd name="connsiteY6" fmla="*/ 3064806 h 3065737"/>
                <a:gd name="connsiteX7" fmla="*/ 861476 w 871241"/>
                <a:gd name="connsiteY7" fmla="*/ 3037143 h 3065737"/>
                <a:gd name="connsiteX8" fmla="*/ 348702 w 871241"/>
                <a:gd name="connsiteY8" fmla="*/ 2651581 h 3065737"/>
                <a:gd name="connsiteX9" fmla="*/ 67284 w 871241"/>
                <a:gd name="connsiteY9" fmla="*/ 2015808 h 3065737"/>
                <a:gd name="connsiteX10" fmla="*/ 55415 w 871241"/>
                <a:gd name="connsiteY10" fmla="*/ 1233295 h 3065737"/>
                <a:gd name="connsiteX11" fmla="*/ 291366 w 871241"/>
                <a:gd name="connsiteY11" fmla="*/ 502663 h 3065737"/>
                <a:gd name="connsiteX12" fmla="*/ 778677 w 871241"/>
                <a:gd name="connsiteY12" fmla="*/ 58043 h 3065737"/>
                <a:gd name="connsiteX13" fmla="*/ 856594 w 871241"/>
                <a:gd name="connsiteY13" fmla="*/ 28465 h 3065737"/>
                <a:gd name="connsiteX14" fmla="*/ 848936 w 871241"/>
                <a:gd name="connsiteY14" fmla="*/ 802 h 3065737"/>
                <a:gd name="connsiteX15" fmla="*/ 848936 w 871241"/>
                <a:gd name="connsiteY15" fmla="*/ 802 h 306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71241" h="3065737">
                  <a:moveTo>
                    <a:pt x="848936" y="802"/>
                  </a:moveTo>
                  <a:cubicBezTo>
                    <a:pt x="630024" y="72592"/>
                    <a:pt x="447198" y="226128"/>
                    <a:pt x="315679" y="412878"/>
                  </a:cubicBezTo>
                  <a:cubicBezTo>
                    <a:pt x="166929" y="624036"/>
                    <a:pt x="86333" y="876068"/>
                    <a:pt x="42685" y="1128578"/>
                  </a:cubicBezTo>
                  <a:cubicBezTo>
                    <a:pt x="-2782" y="1391904"/>
                    <a:pt x="-15992" y="1663462"/>
                    <a:pt x="23062" y="1928415"/>
                  </a:cubicBezTo>
                  <a:cubicBezTo>
                    <a:pt x="58670" y="2170300"/>
                    <a:pt x="141276" y="2405964"/>
                    <a:pt x="281124" y="2607742"/>
                  </a:cubicBezTo>
                  <a:cubicBezTo>
                    <a:pt x="406805" y="2789036"/>
                    <a:pt x="576229" y="2942954"/>
                    <a:pt x="778390" y="3034080"/>
                  </a:cubicBezTo>
                  <a:cubicBezTo>
                    <a:pt x="803181" y="3045183"/>
                    <a:pt x="828260" y="3055425"/>
                    <a:pt x="853818" y="3064806"/>
                  </a:cubicBezTo>
                  <a:cubicBezTo>
                    <a:pt x="871238" y="3071123"/>
                    <a:pt x="878705" y="3043460"/>
                    <a:pt x="861476" y="3037143"/>
                  </a:cubicBezTo>
                  <a:cubicBezTo>
                    <a:pt x="656922" y="2962481"/>
                    <a:pt x="481657" y="2822634"/>
                    <a:pt x="348702" y="2651581"/>
                  </a:cubicBezTo>
                  <a:cubicBezTo>
                    <a:pt x="204452" y="2465884"/>
                    <a:pt x="113135" y="2245537"/>
                    <a:pt x="67284" y="2015808"/>
                  </a:cubicBezTo>
                  <a:cubicBezTo>
                    <a:pt x="15978" y="1758703"/>
                    <a:pt x="19712" y="1492218"/>
                    <a:pt x="55415" y="1233295"/>
                  </a:cubicBezTo>
                  <a:cubicBezTo>
                    <a:pt x="90449" y="978967"/>
                    <a:pt x="157645" y="724160"/>
                    <a:pt x="291366" y="502663"/>
                  </a:cubicBezTo>
                  <a:cubicBezTo>
                    <a:pt x="406421" y="312180"/>
                    <a:pt x="573261" y="148020"/>
                    <a:pt x="778677" y="58043"/>
                  </a:cubicBezTo>
                  <a:cubicBezTo>
                    <a:pt x="804138" y="46844"/>
                    <a:pt x="830175" y="37176"/>
                    <a:pt x="856594" y="28465"/>
                  </a:cubicBezTo>
                  <a:cubicBezTo>
                    <a:pt x="874014" y="22722"/>
                    <a:pt x="866548" y="-5037"/>
                    <a:pt x="848936" y="802"/>
                  </a:cubicBezTo>
                  <a:lnTo>
                    <a:pt x="848936" y="802"/>
                  </a:lnTo>
                  <a:close/>
                </a:path>
              </a:pathLst>
            </a:custGeom>
            <a:grpFill/>
            <a:ln w="95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EA5E2EF-D4B9-581D-8E30-DC790BF9F3FB}"/>
                </a:ext>
              </a:extLst>
            </p:cNvPr>
            <p:cNvSpPr/>
            <p:nvPr/>
          </p:nvSpPr>
          <p:spPr>
            <a:xfrm>
              <a:off x="11617593" y="1529534"/>
              <a:ext cx="577468" cy="2048267"/>
            </a:xfrm>
            <a:custGeom>
              <a:avLst/>
              <a:gdLst>
                <a:gd name="connsiteX0" fmla="*/ 555454 w 577468"/>
                <a:gd name="connsiteY0" fmla="*/ 1322 h 2048267"/>
                <a:gd name="connsiteX1" fmla="*/ 219189 w 577468"/>
                <a:gd name="connsiteY1" fmla="*/ 274699 h 2048267"/>
                <a:gd name="connsiteX2" fmla="*/ 35215 w 577468"/>
                <a:gd name="connsiteY2" fmla="*/ 678064 h 2048267"/>
                <a:gd name="connsiteX3" fmla="*/ 10806 w 577468"/>
                <a:gd name="connsiteY3" fmla="*/ 1151591 h 2048267"/>
                <a:gd name="connsiteX4" fmla="*/ 162235 w 577468"/>
                <a:gd name="connsiteY4" fmla="*/ 1649432 h 2048267"/>
                <a:gd name="connsiteX5" fmla="*/ 300647 w 577468"/>
                <a:gd name="connsiteY5" fmla="*/ 1872269 h 2048267"/>
                <a:gd name="connsiteX6" fmla="*/ 485196 w 577468"/>
                <a:gd name="connsiteY6" fmla="*/ 2040545 h 2048267"/>
                <a:gd name="connsiteX7" fmla="*/ 543201 w 577468"/>
                <a:gd name="connsiteY7" fmla="*/ 2047915 h 2048267"/>
                <a:gd name="connsiteX8" fmla="*/ 543201 w 577468"/>
                <a:gd name="connsiteY8" fmla="*/ 2019199 h 2048267"/>
                <a:gd name="connsiteX9" fmla="*/ 350229 w 577468"/>
                <a:gd name="connsiteY9" fmla="*/ 1889690 h 2048267"/>
                <a:gd name="connsiteX10" fmla="*/ 209329 w 577468"/>
                <a:gd name="connsiteY10" fmla="*/ 1677574 h 2048267"/>
                <a:gd name="connsiteX11" fmla="*/ 45935 w 577468"/>
                <a:gd name="connsiteY11" fmla="*/ 1197441 h 2048267"/>
                <a:gd name="connsiteX12" fmla="*/ 52444 w 577468"/>
                <a:gd name="connsiteY12" fmla="*/ 732911 h 2048267"/>
                <a:gd name="connsiteX13" fmla="*/ 214019 w 577468"/>
                <a:gd name="connsiteY13" fmla="*/ 332035 h 2048267"/>
                <a:gd name="connsiteX14" fmla="*/ 520899 w 577468"/>
                <a:gd name="connsiteY14" fmla="*/ 49278 h 2048267"/>
                <a:gd name="connsiteX15" fmla="*/ 569812 w 577468"/>
                <a:gd name="connsiteY15" fmla="*/ 26113 h 2048267"/>
                <a:gd name="connsiteX16" fmla="*/ 555454 w 577468"/>
                <a:gd name="connsiteY16" fmla="*/ 1322 h 2048267"/>
                <a:gd name="connsiteX17" fmla="*/ 555454 w 577468"/>
                <a:gd name="connsiteY17" fmla="*/ 1322 h 2048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7468" h="2048267">
                  <a:moveTo>
                    <a:pt x="555454" y="1322"/>
                  </a:moveTo>
                  <a:cubicBezTo>
                    <a:pt x="420297" y="59615"/>
                    <a:pt x="306390" y="156867"/>
                    <a:pt x="219189" y="274699"/>
                  </a:cubicBezTo>
                  <a:cubicBezTo>
                    <a:pt x="130743" y="394253"/>
                    <a:pt x="70152" y="533909"/>
                    <a:pt x="35215" y="678064"/>
                  </a:cubicBezTo>
                  <a:cubicBezTo>
                    <a:pt x="-2308" y="833035"/>
                    <a:pt x="-8817" y="993557"/>
                    <a:pt x="10806" y="1151591"/>
                  </a:cubicBezTo>
                  <a:cubicBezTo>
                    <a:pt x="32247" y="1324749"/>
                    <a:pt x="83649" y="1493600"/>
                    <a:pt x="162235" y="1649432"/>
                  </a:cubicBezTo>
                  <a:cubicBezTo>
                    <a:pt x="201672" y="1727635"/>
                    <a:pt x="248001" y="1802297"/>
                    <a:pt x="300647" y="1872269"/>
                  </a:cubicBezTo>
                  <a:cubicBezTo>
                    <a:pt x="349368" y="1936975"/>
                    <a:pt x="405268" y="2013647"/>
                    <a:pt x="485196" y="2040545"/>
                  </a:cubicBezTo>
                  <a:cubicBezTo>
                    <a:pt x="503765" y="2046767"/>
                    <a:pt x="523674" y="2049255"/>
                    <a:pt x="543201" y="2047915"/>
                  </a:cubicBezTo>
                  <a:cubicBezTo>
                    <a:pt x="561484" y="2046575"/>
                    <a:pt x="561676" y="2017859"/>
                    <a:pt x="543201" y="2019199"/>
                  </a:cubicBezTo>
                  <a:cubicBezTo>
                    <a:pt x="459255" y="2025134"/>
                    <a:pt x="397420" y="1948558"/>
                    <a:pt x="350229" y="1889690"/>
                  </a:cubicBezTo>
                  <a:cubicBezTo>
                    <a:pt x="297009" y="1823451"/>
                    <a:pt x="250010" y="1752140"/>
                    <a:pt x="209329" y="1677574"/>
                  </a:cubicBezTo>
                  <a:cubicBezTo>
                    <a:pt x="127967" y="1528442"/>
                    <a:pt x="72545" y="1365239"/>
                    <a:pt x="45935" y="1197441"/>
                  </a:cubicBezTo>
                  <a:cubicBezTo>
                    <a:pt x="21526" y="1043715"/>
                    <a:pt x="21718" y="885681"/>
                    <a:pt x="52444" y="732911"/>
                  </a:cubicBezTo>
                  <a:cubicBezTo>
                    <a:pt x="80968" y="590862"/>
                    <a:pt x="134093" y="453121"/>
                    <a:pt x="214019" y="332035"/>
                  </a:cubicBezTo>
                  <a:cubicBezTo>
                    <a:pt x="291553" y="214586"/>
                    <a:pt x="395506" y="114272"/>
                    <a:pt x="520899" y="49278"/>
                  </a:cubicBezTo>
                  <a:cubicBezTo>
                    <a:pt x="536884" y="40950"/>
                    <a:pt x="553252" y="33292"/>
                    <a:pt x="569812" y="26113"/>
                  </a:cubicBezTo>
                  <a:cubicBezTo>
                    <a:pt x="586946" y="18839"/>
                    <a:pt x="572301" y="-5953"/>
                    <a:pt x="555454" y="1322"/>
                  </a:cubicBezTo>
                  <a:lnTo>
                    <a:pt x="555454" y="1322"/>
                  </a:lnTo>
                  <a:close/>
                </a:path>
              </a:pathLst>
            </a:custGeom>
            <a:grpFill/>
            <a:ln w="95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3" name="Graphic 7">
            <a:extLst>
              <a:ext uri="{FF2B5EF4-FFF2-40B4-BE49-F238E27FC236}">
                <a16:creationId xmlns:a16="http://schemas.microsoft.com/office/drawing/2014/main" id="{1804660D-028E-F89B-5414-4825E6A4989C}"/>
              </a:ext>
            </a:extLst>
          </p:cNvPr>
          <p:cNvGrpSpPr/>
          <p:nvPr userDrawn="1"/>
        </p:nvGrpSpPr>
        <p:grpSpPr>
          <a:xfrm>
            <a:off x="-50229" y="-74467"/>
            <a:ext cx="3596336" cy="1586689"/>
            <a:chOff x="-50229" y="-74467"/>
            <a:chExt cx="4715272" cy="2080359"/>
          </a:xfrm>
          <a:noFill/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4B9BF99-EF4B-0CF5-CCBB-04747BC69397}"/>
                </a:ext>
              </a:extLst>
            </p:cNvPr>
            <p:cNvSpPr/>
            <p:nvPr/>
          </p:nvSpPr>
          <p:spPr>
            <a:xfrm>
              <a:off x="110293" y="-74467"/>
              <a:ext cx="2863852" cy="834797"/>
            </a:xfrm>
            <a:custGeom>
              <a:avLst/>
              <a:gdLst>
                <a:gd name="connsiteX0" fmla="*/ 2863852 w 2863852"/>
                <a:gd name="connsiteY0" fmla="*/ 0 h 834797"/>
                <a:gd name="connsiteX1" fmla="*/ 2170360 w 2863852"/>
                <a:gd name="connsiteY1" fmla="*/ 796201 h 834797"/>
                <a:gd name="connsiteX2" fmla="*/ 1053114 w 2863852"/>
                <a:gd name="connsiteY2" fmla="*/ 764134 h 834797"/>
                <a:gd name="connsiteX3" fmla="*/ 0 w 2863852"/>
                <a:gd name="connsiteY3" fmla="*/ 6413 h 834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3852" h="834797">
                  <a:moveTo>
                    <a:pt x="2863852" y="0"/>
                  </a:moveTo>
                  <a:cubicBezTo>
                    <a:pt x="2863852" y="0"/>
                    <a:pt x="2780384" y="693493"/>
                    <a:pt x="2170360" y="796201"/>
                  </a:cubicBezTo>
                  <a:cubicBezTo>
                    <a:pt x="1560335" y="898908"/>
                    <a:pt x="1245703" y="764134"/>
                    <a:pt x="1053114" y="764134"/>
                  </a:cubicBezTo>
                  <a:cubicBezTo>
                    <a:pt x="860525" y="764134"/>
                    <a:pt x="250404" y="597198"/>
                    <a:pt x="0" y="6413"/>
                  </a:cubicBezTo>
                </a:path>
              </a:pathLst>
            </a:custGeom>
            <a:noFill/>
            <a:ln w="19139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ABA2323-063C-59A4-5A64-AB06D3772BF6}"/>
                </a:ext>
              </a:extLst>
            </p:cNvPr>
            <p:cNvSpPr/>
            <p:nvPr/>
          </p:nvSpPr>
          <p:spPr>
            <a:xfrm>
              <a:off x="-50229" y="-55131"/>
              <a:ext cx="2966185" cy="1042224"/>
            </a:xfrm>
            <a:custGeom>
              <a:avLst/>
              <a:gdLst>
                <a:gd name="connsiteX0" fmla="*/ 0 w 2966185"/>
                <a:gd name="connsiteY0" fmla="*/ 57719 h 1042224"/>
                <a:gd name="connsiteX1" fmla="*/ 391687 w 2966185"/>
                <a:gd name="connsiteY1" fmla="*/ 288884 h 1042224"/>
                <a:gd name="connsiteX2" fmla="*/ 1830074 w 2966185"/>
                <a:gd name="connsiteY2" fmla="*/ 1040191 h 1042224"/>
                <a:gd name="connsiteX3" fmla="*/ 2953829 w 2966185"/>
                <a:gd name="connsiteY3" fmla="*/ 0 h 1042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6185" h="1042224">
                  <a:moveTo>
                    <a:pt x="0" y="57719"/>
                  </a:moveTo>
                  <a:cubicBezTo>
                    <a:pt x="0" y="57719"/>
                    <a:pt x="192589" y="218242"/>
                    <a:pt x="391687" y="288884"/>
                  </a:cubicBezTo>
                  <a:cubicBezTo>
                    <a:pt x="590785" y="359525"/>
                    <a:pt x="1085180" y="1001616"/>
                    <a:pt x="1830074" y="1040191"/>
                  </a:cubicBezTo>
                  <a:cubicBezTo>
                    <a:pt x="2574969" y="1078671"/>
                    <a:pt x="3050124" y="565036"/>
                    <a:pt x="2953829" y="0"/>
                  </a:cubicBezTo>
                </a:path>
              </a:pathLst>
            </a:custGeom>
            <a:noFill/>
            <a:ln w="19139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58F4DF6-E5BD-BAEC-39C2-1A78C2EFFCC5}"/>
                </a:ext>
              </a:extLst>
            </p:cNvPr>
            <p:cNvSpPr/>
            <p:nvPr/>
          </p:nvSpPr>
          <p:spPr>
            <a:xfrm>
              <a:off x="-50229" y="-70255"/>
              <a:ext cx="4715272" cy="2076147"/>
            </a:xfrm>
            <a:custGeom>
              <a:avLst/>
              <a:gdLst>
                <a:gd name="connsiteX0" fmla="*/ 0 w 4715272"/>
                <a:gd name="connsiteY0" fmla="*/ 1800114 h 2076147"/>
                <a:gd name="connsiteX1" fmla="*/ 4715272 w 4715272"/>
                <a:gd name="connsiteY1" fmla="*/ 0 h 2076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15272" h="2076147">
                  <a:moveTo>
                    <a:pt x="0" y="1800114"/>
                  </a:moveTo>
                  <a:cubicBezTo>
                    <a:pt x="0" y="1800114"/>
                    <a:pt x="3174177" y="3116458"/>
                    <a:pt x="4715272" y="0"/>
                  </a:cubicBezTo>
                </a:path>
              </a:pathLst>
            </a:custGeom>
            <a:noFill/>
            <a:ln w="19139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29E3104-4EB1-8201-8151-DD53A4EED2DC}"/>
                </a:ext>
              </a:extLst>
            </p:cNvPr>
            <p:cNvSpPr/>
            <p:nvPr/>
          </p:nvSpPr>
          <p:spPr>
            <a:xfrm>
              <a:off x="-43815" y="-55227"/>
              <a:ext cx="3309657" cy="1427536"/>
            </a:xfrm>
            <a:custGeom>
              <a:avLst/>
              <a:gdLst>
                <a:gd name="connsiteX0" fmla="*/ 3294115 w 3309657"/>
                <a:gd name="connsiteY0" fmla="*/ 0 h 1427536"/>
                <a:gd name="connsiteX1" fmla="*/ 2940907 w 3309657"/>
                <a:gd name="connsiteY1" fmla="*/ 796201 h 1427536"/>
                <a:gd name="connsiteX2" fmla="*/ 1701618 w 3309657"/>
                <a:gd name="connsiteY2" fmla="*/ 1425465 h 1427536"/>
                <a:gd name="connsiteX3" fmla="*/ 0 w 3309657"/>
                <a:gd name="connsiteY3" fmla="*/ 770548 h 142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09657" h="1427536">
                  <a:moveTo>
                    <a:pt x="3294115" y="0"/>
                  </a:moveTo>
                  <a:cubicBezTo>
                    <a:pt x="3294115" y="0"/>
                    <a:pt x="3422571" y="565036"/>
                    <a:pt x="2940907" y="796201"/>
                  </a:cubicBezTo>
                  <a:cubicBezTo>
                    <a:pt x="2459243" y="1027365"/>
                    <a:pt x="2536394" y="1380572"/>
                    <a:pt x="1701618" y="1425465"/>
                  </a:cubicBezTo>
                  <a:cubicBezTo>
                    <a:pt x="866842" y="1470358"/>
                    <a:pt x="0" y="770548"/>
                    <a:pt x="0" y="770548"/>
                  </a:cubicBezTo>
                </a:path>
              </a:pathLst>
            </a:custGeom>
            <a:noFill/>
            <a:ln w="19139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086D99E-F6C5-96D7-C742-1F8592EE385B}"/>
              </a:ext>
            </a:extLst>
          </p:cNvPr>
          <p:cNvSpPr/>
          <p:nvPr userDrawn="1"/>
        </p:nvSpPr>
        <p:spPr>
          <a:xfrm>
            <a:off x="-103509" y="5107420"/>
            <a:ext cx="1766251" cy="1750580"/>
          </a:xfrm>
          <a:custGeom>
            <a:avLst/>
            <a:gdLst>
              <a:gd name="connsiteX0" fmla="*/ 1766252 w 1766251"/>
              <a:gd name="connsiteY0" fmla="*/ 1750580 h 1750580"/>
              <a:gd name="connsiteX1" fmla="*/ 1210595 w 1766251"/>
              <a:gd name="connsiteY1" fmla="*/ 1296786 h 1750580"/>
              <a:gd name="connsiteX2" fmla="*/ 616048 w 1766251"/>
              <a:gd name="connsiteY2" fmla="*/ 930330 h 1750580"/>
              <a:gd name="connsiteX3" fmla="*/ 429045 w 1766251"/>
              <a:gd name="connsiteY3" fmla="*/ 351549 h 1750580"/>
              <a:gd name="connsiteX4" fmla="*/ 0 w 1766251"/>
              <a:gd name="connsiteY4" fmla="*/ 0 h 1750580"/>
              <a:gd name="connsiteX5" fmla="*/ 0 w 1766251"/>
              <a:gd name="connsiteY5" fmla="*/ 1748956 h 1750580"/>
              <a:gd name="connsiteX6" fmla="*/ 1766252 w 1766251"/>
              <a:gd name="connsiteY6" fmla="*/ 1750580 h 175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66251" h="1750580">
                <a:moveTo>
                  <a:pt x="1766252" y="1750580"/>
                </a:moveTo>
                <a:cubicBezTo>
                  <a:pt x="1681972" y="1528604"/>
                  <a:pt x="1433718" y="1378009"/>
                  <a:pt x="1210595" y="1296786"/>
                </a:cubicBezTo>
                <a:cubicBezTo>
                  <a:pt x="987473" y="1215564"/>
                  <a:pt x="742086" y="1131571"/>
                  <a:pt x="616048" y="930330"/>
                </a:cubicBezTo>
                <a:cubicBezTo>
                  <a:pt x="507974" y="757852"/>
                  <a:pt x="513612" y="536736"/>
                  <a:pt x="429045" y="351549"/>
                </a:cubicBezTo>
                <a:cubicBezTo>
                  <a:pt x="351645" y="181938"/>
                  <a:pt x="179836" y="49115"/>
                  <a:pt x="0" y="0"/>
                </a:cubicBezTo>
                <a:lnTo>
                  <a:pt x="0" y="1748956"/>
                </a:lnTo>
                <a:lnTo>
                  <a:pt x="1766252" y="1750580"/>
                </a:lnTo>
                <a:close/>
              </a:path>
            </a:pathLst>
          </a:custGeom>
          <a:solidFill>
            <a:schemeClr val="accent5"/>
          </a:solidFill>
          <a:ln w="95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Graphic 7">
            <a:extLst>
              <a:ext uri="{FF2B5EF4-FFF2-40B4-BE49-F238E27FC236}">
                <a16:creationId xmlns:a16="http://schemas.microsoft.com/office/drawing/2014/main" id="{AAA23EF2-3980-BC96-A31F-F1A0BAB100E6}"/>
              </a:ext>
            </a:extLst>
          </p:cNvPr>
          <p:cNvSpPr/>
          <p:nvPr userDrawn="1"/>
        </p:nvSpPr>
        <p:spPr>
          <a:xfrm>
            <a:off x="-98253" y="5480366"/>
            <a:ext cx="1977109" cy="1365412"/>
          </a:xfrm>
          <a:custGeom>
            <a:avLst/>
            <a:gdLst>
              <a:gd name="connsiteX0" fmla="*/ 0 w 1977109"/>
              <a:gd name="connsiteY0" fmla="*/ 460118 h 1365412"/>
              <a:gd name="connsiteX1" fmla="*/ 783366 w 1977109"/>
              <a:gd name="connsiteY1" fmla="*/ 7566 h 1365412"/>
              <a:gd name="connsiteX2" fmla="*/ 1827790 w 1977109"/>
              <a:gd name="connsiteY2" fmla="*/ 316593 h 1365412"/>
              <a:gd name="connsiteX3" fmla="*/ 1975710 w 1977109"/>
              <a:gd name="connsiteY3" fmla="*/ 1365413 h 1365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77109" h="1365412">
                <a:moveTo>
                  <a:pt x="0" y="460118"/>
                </a:moveTo>
                <a:cubicBezTo>
                  <a:pt x="0" y="460118"/>
                  <a:pt x="291540" y="29257"/>
                  <a:pt x="783366" y="7566"/>
                </a:cubicBezTo>
                <a:cubicBezTo>
                  <a:pt x="1275095" y="-14221"/>
                  <a:pt x="1653783" y="-9826"/>
                  <a:pt x="1827790" y="316593"/>
                </a:cubicBezTo>
                <a:cubicBezTo>
                  <a:pt x="2001892" y="643011"/>
                  <a:pt x="1975710" y="1365413"/>
                  <a:pt x="1975710" y="1365413"/>
                </a:cubicBezTo>
              </a:path>
            </a:pathLst>
          </a:custGeom>
          <a:noFill/>
          <a:ln w="8884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3" name="Graphic 43">
            <a:extLst>
              <a:ext uri="{FF2B5EF4-FFF2-40B4-BE49-F238E27FC236}">
                <a16:creationId xmlns:a16="http://schemas.microsoft.com/office/drawing/2014/main" id="{54AAB648-E37E-F10A-155D-E696F9CC5703}"/>
              </a:ext>
            </a:extLst>
          </p:cNvPr>
          <p:cNvSpPr/>
          <p:nvPr userDrawn="1"/>
        </p:nvSpPr>
        <p:spPr>
          <a:xfrm>
            <a:off x="2877864" y="6514515"/>
            <a:ext cx="3924" cy="858"/>
          </a:xfrm>
          <a:custGeom>
            <a:avLst/>
            <a:gdLst>
              <a:gd name="connsiteX0" fmla="*/ 3924 w 3924"/>
              <a:gd name="connsiteY0" fmla="*/ 489 h 858"/>
              <a:gd name="connsiteX1" fmla="*/ 210 w 3924"/>
              <a:gd name="connsiteY1" fmla="*/ 584 h 858"/>
              <a:gd name="connsiteX2" fmla="*/ 3924 w 3924"/>
              <a:gd name="connsiteY2" fmla="*/ 489 h 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24" h="858">
                <a:moveTo>
                  <a:pt x="3924" y="489"/>
                </a:moveTo>
                <a:cubicBezTo>
                  <a:pt x="1829" y="965"/>
                  <a:pt x="591" y="965"/>
                  <a:pt x="210" y="584"/>
                </a:cubicBezTo>
                <a:cubicBezTo>
                  <a:pt x="-553" y="-178"/>
                  <a:pt x="781" y="-178"/>
                  <a:pt x="3924" y="489"/>
                </a:cubicBezTo>
                <a:close/>
              </a:path>
            </a:pathLst>
          </a:custGeom>
          <a:solidFill>
            <a:srgbClr val="AA543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4" name="Graphic 6">
            <a:extLst>
              <a:ext uri="{FF2B5EF4-FFF2-40B4-BE49-F238E27FC236}">
                <a16:creationId xmlns:a16="http://schemas.microsoft.com/office/drawing/2014/main" id="{D7E1ECE5-AA63-EEF1-B684-30C4BC875BBF}"/>
              </a:ext>
            </a:extLst>
          </p:cNvPr>
          <p:cNvSpPr/>
          <p:nvPr userDrawn="1"/>
        </p:nvSpPr>
        <p:spPr>
          <a:xfrm>
            <a:off x="2877219" y="6517098"/>
            <a:ext cx="3929" cy="859"/>
          </a:xfrm>
          <a:custGeom>
            <a:avLst/>
            <a:gdLst>
              <a:gd name="connsiteX0" fmla="*/ 3930 w 3929"/>
              <a:gd name="connsiteY0" fmla="*/ 489 h 859"/>
              <a:gd name="connsiteX1" fmla="*/ 210 w 3929"/>
              <a:gd name="connsiteY1" fmla="*/ 585 h 859"/>
              <a:gd name="connsiteX2" fmla="*/ 3930 w 3929"/>
              <a:gd name="connsiteY2" fmla="*/ 489 h 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29" h="859">
                <a:moveTo>
                  <a:pt x="3930" y="489"/>
                </a:moveTo>
                <a:cubicBezTo>
                  <a:pt x="1831" y="966"/>
                  <a:pt x="591" y="966"/>
                  <a:pt x="210" y="585"/>
                </a:cubicBezTo>
                <a:cubicBezTo>
                  <a:pt x="-553" y="-178"/>
                  <a:pt x="782" y="-178"/>
                  <a:pt x="3930" y="489"/>
                </a:cubicBezTo>
                <a:close/>
              </a:path>
            </a:pathLst>
          </a:custGeom>
          <a:solidFill>
            <a:srgbClr val="AA543E"/>
          </a:solidFill>
          <a:ln w="953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802DE2BE-DD27-8F48-5363-6C56AFD3B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7" y="525782"/>
            <a:ext cx="109696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22C5C13D-A764-5415-1EA1-F8F45D727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948" y="1949621"/>
            <a:ext cx="10969451" cy="423893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2pPr>
            <a:lvl3pPr marL="9144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3pPr>
            <a:lvl4pPr marL="13716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C02F21-2B1D-96E5-47B1-7891157156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777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fld id="{CA2C1983-85E7-45E2-ABAC-BABAC97AF800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700538-0F8F-7F2A-9108-6638EFF04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479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D430CA-B936-0BFD-E51A-343DC7ACE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9200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2052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DFBB3AF-0B56-066F-7D56-7719733CAFEA}"/>
              </a:ext>
            </a:extLst>
          </p:cNvPr>
          <p:cNvSpPr/>
          <p:nvPr userDrawn="1"/>
        </p:nvSpPr>
        <p:spPr>
          <a:xfrm>
            <a:off x="-24029" y="3725337"/>
            <a:ext cx="3164604" cy="3136559"/>
          </a:xfrm>
          <a:custGeom>
            <a:avLst/>
            <a:gdLst>
              <a:gd name="connsiteX0" fmla="*/ 3164605 w 3164604"/>
              <a:gd name="connsiteY0" fmla="*/ 3136560 h 3136559"/>
              <a:gd name="connsiteX1" fmla="*/ 2169020 w 3164604"/>
              <a:gd name="connsiteY1" fmla="*/ 2323512 h 3136559"/>
              <a:gd name="connsiteX2" fmla="*/ 1103750 w 3164604"/>
              <a:gd name="connsiteY2" fmla="*/ 1666967 h 3136559"/>
              <a:gd name="connsiteX3" fmla="*/ 768729 w 3164604"/>
              <a:gd name="connsiteY3" fmla="*/ 629935 h 3136559"/>
              <a:gd name="connsiteX4" fmla="*/ 0 w 3164604"/>
              <a:gd name="connsiteY4" fmla="*/ 0 h 3136559"/>
              <a:gd name="connsiteX5" fmla="*/ 0 w 3164604"/>
              <a:gd name="connsiteY5" fmla="*/ 3133688 h 3136559"/>
              <a:gd name="connsiteX6" fmla="*/ 3164605 w 3164604"/>
              <a:gd name="connsiteY6" fmla="*/ 3136560 h 3136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64604" h="3136559">
                <a:moveTo>
                  <a:pt x="3164605" y="3136560"/>
                </a:moveTo>
                <a:cubicBezTo>
                  <a:pt x="3013559" y="2738747"/>
                  <a:pt x="2568843" y="2469007"/>
                  <a:pt x="2169020" y="2323512"/>
                </a:cubicBezTo>
                <a:cubicBezTo>
                  <a:pt x="1769196" y="2178017"/>
                  <a:pt x="1329649" y="2027545"/>
                  <a:pt x="1103750" y="1666967"/>
                </a:cubicBezTo>
                <a:cubicBezTo>
                  <a:pt x="910108" y="1357887"/>
                  <a:pt x="920254" y="961701"/>
                  <a:pt x="768729" y="629935"/>
                </a:cubicBezTo>
                <a:cubicBezTo>
                  <a:pt x="630030" y="326023"/>
                  <a:pt x="322194" y="87967"/>
                  <a:pt x="0" y="0"/>
                </a:cubicBezTo>
                <a:lnTo>
                  <a:pt x="0" y="3133688"/>
                </a:lnTo>
                <a:lnTo>
                  <a:pt x="3164605" y="3136560"/>
                </a:lnTo>
                <a:close/>
              </a:path>
            </a:pathLst>
          </a:custGeom>
          <a:solidFill>
            <a:schemeClr val="accent5"/>
          </a:solidFill>
          <a:ln w="957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BB43DF9-D0BC-3CCF-F3D9-11B7F9095D65}"/>
              </a:ext>
            </a:extLst>
          </p:cNvPr>
          <p:cNvGrpSpPr/>
          <p:nvPr userDrawn="1"/>
        </p:nvGrpSpPr>
        <p:grpSpPr>
          <a:xfrm>
            <a:off x="-99718" y="5407548"/>
            <a:ext cx="2003538" cy="1446734"/>
            <a:chOff x="-99718" y="5407548"/>
            <a:chExt cx="2003538" cy="1446734"/>
          </a:xfrm>
        </p:grpSpPr>
        <p:sp>
          <p:nvSpPr>
            <p:cNvPr id="29" name="Graphic 7">
              <a:extLst>
                <a:ext uri="{FF2B5EF4-FFF2-40B4-BE49-F238E27FC236}">
                  <a16:creationId xmlns:a16="http://schemas.microsoft.com/office/drawing/2014/main" id="{C6A3E308-B5AC-8B8E-BA0B-DF2BAFECCB2C}"/>
                </a:ext>
              </a:extLst>
            </p:cNvPr>
            <p:cNvSpPr/>
            <p:nvPr userDrawn="1"/>
          </p:nvSpPr>
          <p:spPr>
            <a:xfrm>
              <a:off x="-99718" y="5407548"/>
              <a:ext cx="2003538" cy="1446734"/>
            </a:xfrm>
            <a:custGeom>
              <a:avLst/>
              <a:gdLst>
                <a:gd name="connsiteX0" fmla="*/ 0 w 2003538"/>
                <a:gd name="connsiteY0" fmla="*/ 615591 h 1446734"/>
                <a:gd name="connsiteX1" fmla="*/ 726797 w 2003538"/>
                <a:gd name="connsiteY1" fmla="*/ 1932 h 1446734"/>
                <a:gd name="connsiteX2" fmla="*/ 1875663 w 2003538"/>
                <a:gd name="connsiteY2" fmla="*/ 498057 h 1446734"/>
                <a:gd name="connsiteX3" fmla="*/ 1923536 w 2003538"/>
                <a:gd name="connsiteY3" fmla="*/ 1446734 h 1446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538" h="1446734">
                  <a:moveTo>
                    <a:pt x="0" y="615591"/>
                  </a:moveTo>
                  <a:cubicBezTo>
                    <a:pt x="0" y="615591"/>
                    <a:pt x="365596" y="28115"/>
                    <a:pt x="726797" y="1932"/>
                  </a:cubicBezTo>
                  <a:cubicBezTo>
                    <a:pt x="1087997" y="-24250"/>
                    <a:pt x="1719047" y="219512"/>
                    <a:pt x="1875663" y="498057"/>
                  </a:cubicBezTo>
                  <a:cubicBezTo>
                    <a:pt x="2032374" y="776603"/>
                    <a:pt x="2041070" y="1242245"/>
                    <a:pt x="1923536" y="1446734"/>
                  </a:cubicBezTo>
                </a:path>
              </a:pathLst>
            </a:custGeom>
            <a:noFill/>
            <a:ln w="8884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Graphic 7">
              <a:extLst>
                <a:ext uri="{FF2B5EF4-FFF2-40B4-BE49-F238E27FC236}">
                  <a16:creationId xmlns:a16="http://schemas.microsoft.com/office/drawing/2014/main" id="{3995C689-115E-2C9C-BF9C-DC0216B4273B}"/>
                </a:ext>
              </a:extLst>
            </p:cNvPr>
            <p:cNvSpPr/>
            <p:nvPr userDrawn="1"/>
          </p:nvSpPr>
          <p:spPr>
            <a:xfrm>
              <a:off x="-98253" y="5480366"/>
              <a:ext cx="1977109" cy="1365412"/>
            </a:xfrm>
            <a:custGeom>
              <a:avLst/>
              <a:gdLst>
                <a:gd name="connsiteX0" fmla="*/ 0 w 1977109"/>
                <a:gd name="connsiteY0" fmla="*/ 460118 h 1365412"/>
                <a:gd name="connsiteX1" fmla="*/ 783366 w 1977109"/>
                <a:gd name="connsiteY1" fmla="*/ 7566 h 1365412"/>
                <a:gd name="connsiteX2" fmla="*/ 1827790 w 1977109"/>
                <a:gd name="connsiteY2" fmla="*/ 316593 h 1365412"/>
                <a:gd name="connsiteX3" fmla="*/ 1975710 w 1977109"/>
                <a:gd name="connsiteY3" fmla="*/ 1365413 h 1365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7109" h="1365412">
                  <a:moveTo>
                    <a:pt x="0" y="460118"/>
                  </a:moveTo>
                  <a:cubicBezTo>
                    <a:pt x="0" y="460118"/>
                    <a:pt x="291540" y="29257"/>
                    <a:pt x="783366" y="7566"/>
                  </a:cubicBezTo>
                  <a:cubicBezTo>
                    <a:pt x="1275095" y="-14221"/>
                    <a:pt x="1653783" y="-9826"/>
                    <a:pt x="1827790" y="316593"/>
                  </a:cubicBezTo>
                  <a:cubicBezTo>
                    <a:pt x="2001892" y="643011"/>
                    <a:pt x="1975710" y="1365413"/>
                    <a:pt x="1975710" y="1365413"/>
                  </a:cubicBezTo>
                </a:path>
              </a:pathLst>
            </a:custGeom>
            <a:noFill/>
            <a:ln w="8884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" name="Graphic 7">
            <a:extLst>
              <a:ext uri="{FF2B5EF4-FFF2-40B4-BE49-F238E27FC236}">
                <a16:creationId xmlns:a16="http://schemas.microsoft.com/office/drawing/2014/main" id="{1BFCD232-4999-C340-AB08-87803B492737}"/>
              </a:ext>
            </a:extLst>
          </p:cNvPr>
          <p:cNvSpPr/>
          <p:nvPr userDrawn="1"/>
        </p:nvSpPr>
        <p:spPr>
          <a:xfrm>
            <a:off x="-33020" y="-43248"/>
            <a:ext cx="5724449" cy="2616128"/>
          </a:xfrm>
          <a:custGeom>
            <a:avLst/>
            <a:gdLst>
              <a:gd name="connsiteX0" fmla="*/ 5724450 w 5724449"/>
              <a:gd name="connsiteY0" fmla="*/ 35225 h 2616128"/>
              <a:gd name="connsiteX1" fmla="*/ 3094251 w 5724449"/>
              <a:gd name="connsiteY1" fmla="*/ 1434654 h 2616128"/>
              <a:gd name="connsiteX2" fmla="*/ 0 w 5724449"/>
              <a:gd name="connsiteY2" fmla="*/ 2616129 h 2616128"/>
              <a:gd name="connsiteX3" fmla="*/ 28142 w 5724449"/>
              <a:gd name="connsiteY3" fmla="*/ 0 h 2616128"/>
              <a:gd name="connsiteX4" fmla="*/ 5724450 w 5724449"/>
              <a:gd name="connsiteY4" fmla="*/ 35225 h 2616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24449" h="2616128">
                <a:moveTo>
                  <a:pt x="5724450" y="35225"/>
                </a:moveTo>
                <a:cubicBezTo>
                  <a:pt x="5724450" y="35225"/>
                  <a:pt x="5597908" y="1462796"/>
                  <a:pt x="3094251" y="1434654"/>
                </a:cubicBezTo>
                <a:cubicBezTo>
                  <a:pt x="590594" y="1406513"/>
                  <a:pt x="0" y="2616129"/>
                  <a:pt x="0" y="2616129"/>
                </a:cubicBezTo>
                <a:lnTo>
                  <a:pt x="28142" y="0"/>
                </a:lnTo>
                <a:lnTo>
                  <a:pt x="5724450" y="35225"/>
                </a:lnTo>
                <a:close/>
              </a:path>
            </a:pathLst>
          </a:custGeom>
          <a:solidFill>
            <a:schemeClr val="accent2"/>
          </a:solidFill>
          <a:ln w="957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7">
            <a:extLst>
              <a:ext uri="{FF2B5EF4-FFF2-40B4-BE49-F238E27FC236}">
                <a16:creationId xmlns:a16="http://schemas.microsoft.com/office/drawing/2014/main" id="{A972BBF1-5F83-1168-C432-4F63E85CD4DE}"/>
              </a:ext>
            </a:extLst>
          </p:cNvPr>
          <p:cNvSpPr/>
          <p:nvPr userDrawn="1"/>
        </p:nvSpPr>
        <p:spPr>
          <a:xfrm>
            <a:off x="827200" y="1046507"/>
            <a:ext cx="1730598" cy="1472358"/>
          </a:xfrm>
          <a:custGeom>
            <a:avLst/>
            <a:gdLst>
              <a:gd name="connsiteX0" fmla="*/ 70078 w 1730598"/>
              <a:gd name="connsiteY0" fmla="*/ 544165 h 1472358"/>
              <a:gd name="connsiteX1" fmla="*/ 882455 w 1730598"/>
              <a:gd name="connsiteY1" fmla="*/ 20959 h 1472358"/>
              <a:gd name="connsiteX2" fmla="*/ 1639793 w 1730598"/>
              <a:gd name="connsiteY2" fmla="*/ 915942 h 1472358"/>
              <a:gd name="connsiteX3" fmla="*/ 731026 w 1730598"/>
              <a:gd name="connsiteY3" fmla="*/ 1452933 h 1472358"/>
              <a:gd name="connsiteX4" fmla="*/ 70078 w 1730598"/>
              <a:gd name="connsiteY4" fmla="*/ 544165 h 1472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30598" h="1472358">
                <a:moveTo>
                  <a:pt x="70078" y="544165"/>
                </a:moveTo>
                <a:cubicBezTo>
                  <a:pt x="117938" y="355405"/>
                  <a:pt x="97645" y="-102999"/>
                  <a:pt x="882455" y="20959"/>
                </a:cubicBezTo>
                <a:cubicBezTo>
                  <a:pt x="1667265" y="144916"/>
                  <a:pt x="1873829" y="557949"/>
                  <a:pt x="1639793" y="915942"/>
                </a:cubicBezTo>
                <a:cubicBezTo>
                  <a:pt x="1405757" y="1273936"/>
                  <a:pt x="1185410" y="1549323"/>
                  <a:pt x="731026" y="1452933"/>
                </a:cubicBezTo>
                <a:cubicBezTo>
                  <a:pt x="276642" y="1356542"/>
                  <a:pt x="-177742" y="1521755"/>
                  <a:pt x="70078" y="544165"/>
                </a:cubicBezTo>
                <a:close/>
              </a:path>
            </a:pathLst>
          </a:custGeom>
          <a:solidFill>
            <a:schemeClr val="accent4"/>
          </a:solidFill>
          <a:ln w="957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3" name="Graphic 7">
            <a:extLst>
              <a:ext uri="{FF2B5EF4-FFF2-40B4-BE49-F238E27FC236}">
                <a16:creationId xmlns:a16="http://schemas.microsoft.com/office/drawing/2014/main" id="{EE5ACC54-2AB4-2BE3-857E-EA28F14565D4}"/>
              </a:ext>
            </a:extLst>
          </p:cNvPr>
          <p:cNvGrpSpPr/>
          <p:nvPr userDrawn="1"/>
        </p:nvGrpSpPr>
        <p:grpSpPr>
          <a:xfrm>
            <a:off x="-50229" y="-74467"/>
            <a:ext cx="4715272" cy="2080359"/>
            <a:chOff x="-50229" y="-74467"/>
            <a:chExt cx="4715272" cy="2080359"/>
          </a:xfrm>
          <a:noFill/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DFC1A8F-7BFD-7139-8416-28C156FACB13}"/>
                </a:ext>
              </a:extLst>
            </p:cNvPr>
            <p:cNvSpPr/>
            <p:nvPr/>
          </p:nvSpPr>
          <p:spPr>
            <a:xfrm>
              <a:off x="110293" y="-74467"/>
              <a:ext cx="2863852" cy="834797"/>
            </a:xfrm>
            <a:custGeom>
              <a:avLst/>
              <a:gdLst>
                <a:gd name="connsiteX0" fmla="*/ 2863852 w 2863852"/>
                <a:gd name="connsiteY0" fmla="*/ 0 h 834797"/>
                <a:gd name="connsiteX1" fmla="*/ 2170360 w 2863852"/>
                <a:gd name="connsiteY1" fmla="*/ 796201 h 834797"/>
                <a:gd name="connsiteX2" fmla="*/ 1053114 w 2863852"/>
                <a:gd name="connsiteY2" fmla="*/ 764134 h 834797"/>
                <a:gd name="connsiteX3" fmla="*/ 0 w 2863852"/>
                <a:gd name="connsiteY3" fmla="*/ 6413 h 834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3852" h="834797">
                  <a:moveTo>
                    <a:pt x="2863852" y="0"/>
                  </a:moveTo>
                  <a:cubicBezTo>
                    <a:pt x="2863852" y="0"/>
                    <a:pt x="2780384" y="693493"/>
                    <a:pt x="2170360" y="796201"/>
                  </a:cubicBezTo>
                  <a:cubicBezTo>
                    <a:pt x="1560335" y="898908"/>
                    <a:pt x="1245703" y="764134"/>
                    <a:pt x="1053114" y="764134"/>
                  </a:cubicBezTo>
                  <a:cubicBezTo>
                    <a:pt x="860525" y="764134"/>
                    <a:pt x="250404" y="597198"/>
                    <a:pt x="0" y="6413"/>
                  </a:cubicBezTo>
                </a:path>
              </a:pathLst>
            </a:custGeom>
            <a:noFill/>
            <a:ln w="19139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F20B6F3-C713-BDB0-77F6-77D8E4BFB6C5}"/>
                </a:ext>
              </a:extLst>
            </p:cNvPr>
            <p:cNvSpPr/>
            <p:nvPr/>
          </p:nvSpPr>
          <p:spPr>
            <a:xfrm>
              <a:off x="-50229" y="-55131"/>
              <a:ext cx="2966185" cy="1042224"/>
            </a:xfrm>
            <a:custGeom>
              <a:avLst/>
              <a:gdLst>
                <a:gd name="connsiteX0" fmla="*/ 0 w 2966185"/>
                <a:gd name="connsiteY0" fmla="*/ 57719 h 1042224"/>
                <a:gd name="connsiteX1" fmla="*/ 391687 w 2966185"/>
                <a:gd name="connsiteY1" fmla="*/ 288884 h 1042224"/>
                <a:gd name="connsiteX2" fmla="*/ 1830074 w 2966185"/>
                <a:gd name="connsiteY2" fmla="*/ 1040191 h 1042224"/>
                <a:gd name="connsiteX3" fmla="*/ 2953829 w 2966185"/>
                <a:gd name="connsiteY3" fmla="*/ 0 h 1042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6185" h="1042224">
                  <a:moveTo>
                    <a:pt x="0" y="57719"/>
                  </a:moveTo>
                  <a:cubicBezTo>
                    <a:pt x="0" y="57719"/>
                    <a:pt x="192589" y="218242"/>
                    <a:pt x="391687" y="288884"/>
                  </a:cubicBezTo>
                  <a:cubicBezTo>
                    <a:pt x="590785" y="359525"/>
                    <a:pt x="1085180" y="1001616"/>
                    <a:pt x="1830074" y="1040191"/>
                  </a:cubicBezTo>
                  <a:cubicBezTo>
                    <a:pt x="2574969" y="1078671"/>
                    <a:pt x="3050124" y="565036"/>
                    <a:pt x="2953829" y="0"/>
                  </a:cubicBezTo>
                </a:path>
              </a:pathLst>
            </a:custGeom>
            <a:noFill/>
            <a:ln w="19139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023852F-2D18-B0BD-D368-3E2802C7C82E}"/>
                </a:ext>
              </a:extLst>
            </p:cNvPr>
            <p:cNvSpPr/>
            <p:nvPr/>
          </p:nvSpPr>
          <p:spPr>
            <a:xfrm>
              <a:off x="-43815" y="-55227"/>
              <a:ext cx="3309657" cy="1427536"/>
            </a:xfrm>
            <a:custGeom>
              <a:avLst/>
              <a:gdLst>
                <a:gd name="connsiteX0" fmla="*/ 3294115 w 3309657"/>
                <a:gd name="connsiteY0" fmla="*/ 0 h 1427536"/>
                <a:gd name="connsiteX1" fmla="*/ 2940907 w 3309657"/>
                <a:gd name="connsiteY1" fmla="*/ 796201 h 1427536"/>
                <a:gd name="connsiteX2" fmla="*/ 1701618 w 3309657"/>
                <a:gd name="connsiteY2" fmla="*/ 1425465 h 1427536"/>
                <a:gd name="connsiteX3" fmla="*/ 0 w 3309657"/>
                <a:gd name="connsiteY3" fmla="*/ 770548 h 142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09657" h="1427536">
                  <a:moveTo>
                    <a:pt x="3294115" y="0"/>
                  </a:moveTo>
                  <a:cubicBezTo>
                    <a:pt x="3294115" y="0"/>
                    <a:pt x="3422571" y="565036"/>
                    <a:pt x="2940907" y="796201"/>
                  </a:cubicBezTo>
                  <a:cubicBezTo>
                    <a:pt x="2459243" y="1027365"/>
                    <a:pt x="2536394" y="1380572"/>
                    <a:pt x="1701618" y="1425465"/>
                  </a:cubicBezTo>
                  <a:cubicBezTo>
                    <a:pt x="866842" y="1470358"/>
                    <a:pt x="0" y="770548"/>
                    <a:pt x="0" y="770548"/>
                  </a:cubicBezTo>
                </a:path>
              </a:pathLst>
            </a:custGeom>
            <a:noFill/>
            <a:ln w="19139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F1AFCE7-A516-2439-D76D-D3B9544332E0}"/>
                </a:ext>
              </a:extLst>
            </p:cNvPr>
            <p:cNvSpPr/>
            <p:nvPr/>
          </p:nvSpPr>
          <p:spPr>
            <a:xfrm>
              <a:off x="-50229" y="-70255"/>
              <a:ext cx="4715272" cy="2076147"/>
            </a:xfrm>
            <a:custGeom>
              <a:avLst/>
              <a:gdLst>
                <a:gd name="connsiteX0" fmla="*/ 0 w 4715272"/>
                <a:gd name="connsiteY0" fmla="*/ 1800114 h 2076147"/>
                <a:gd name="connsiteX1" fmla="*/ 4715272 w 4715272"/>
                <a:gd name="connsiteY1" fmla="*/ 0 h 2076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15272" h="2076147">
                  <a:moveTo>
                    <a:pt x="0" y="1800114"/>
                  </a:moveTo>
                  <a:cubicBezTo>
                    <a:pt x="0" y="1800114"/>
                    <a:pt x="3174177" y="3116458"/>
                    <a:pt x="4715272" y="0"/>
                  </a:cubicBezTo>
                </a:path>
              </a:pathLst>
            </a:custGeom>
            <a:noFill/>
            <a:ln w="19139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Graphic 7">
            <a:extLst>
              <a:ext uri="{FF2B5EF4-FFF2-40B4-BE49-F238E27FC236}">
                <a16:creationId xmlns:a16="http://schemas.microsoft.com/office/drawing/2014/main" id="{6F6D3777-56AB-0CE2-E2A7-D3AB20D58BD5}"/>
              </a:ext>
            </a:extLst>
          </p:cNvPr>
          <p:cNvSpPr/>
          <p:nvPr userDrawn="1"/>
        </p:nvSpPr>
        <p:spPr>
          <a:xfrm>
            <a:off x="8954715" y="-1"/>
            <a:ext cx="3246986" cy="6859503"/>
          </a:xfrm>
          <a:custGeom>
            <a:avLst/>
            <a:gdLst>
              <a:gd name="connsiteX0" fmla="*/ 2228557 w 3262526"/>
              <a:gd name="connsiteY0" fmla="*/ 0 h 6892332"/>
              <a:gd name="connsiteX1" fmla="*/ 2141835 w 3262526"/>
              <a:gd name="connsiteY1" fmla="*/ 1398376 h 6892332"/>
              <a:gd name="connsiteX2" fmla="*/ 0 w 3262526"/>
              <a:gd name="connsiteY2" fmla="*/ 3723420 h 6892332"/>
              <a:gd name="connsiteX3" fmla="*/ 618448 w 3262526"/>
              <a:gd name="connsiteY3" fmla="*/ 5338411 h 6892332"/>
              <a:gd name="connsiteX4" fmla="*/ 973474 w 3262526"/>
              <a:gd name="connsiteY4" fmla="*/ 6890610 h 6892332"/>
              <a:gd name="connsiteX5" fmla="*/ 3262527 w 3262526"/>
              <a:gd name="connsiteY5" fmla="*/ 6892333 h 6892332"/>
              <a:gd name="connsiteX6" fmla="*/ 3261953 w 3262526"/>
              <a:gd name="connsiteY6" fmla="*/ 957 h 6892332"/>
              <a:gd name="connsiteX7" fmla="*/ 2228557 w 3262526"/>
              <a:gd name="connsiteY7" fmla="*/ 0 h 6892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62526" h="6892332">
                <a:moveTo>
                  <a:pt x="2228557" y="0"/>
                </a:moveTo>
                <a:cubicBezTo>
                  <a:pt x="2632305" y="498224"/>
                  <a:pt x="2611438" y="963232"/>
                  <a:pt x="2141835" y="1398376"/>
                </a:cubicBezTo>
                <a:cubicBezTo>
                  <a:pt x="1672231" y="1833520"/>
                  <a:pt x="91700" y="2371947"/>
                  <a:pt x="0" y="3723420"/>
                </a:cubicBezTo>
                <a:cubicBezTo>
                  <a:pt x="80214" y="4639749"/>
                  <a:pt x="584084" y="5063503"/>
                  <a:pt x="618448" y="5338411"/>
                </a:cubicBezTo>
                <a:cubicBezTo>
                  <a:pt x="652811" y="5613320"/>
                  <a:pt x="652811" y="6455466"/>
                  <a:pt x="973474" y="6890610"/>
                </a:cubicBezTo>
                <a:lnTo>
                  <a:pt x="3262527" y="6892333"/>
                </a:lnTo>
                <a:lnTo>
                  <a:pt x="3261953" y="957"/>
                </a:lnTo>
                <a:lnTo>
                  <a:pt x="2228557" y="0"/>
                </a:lnTo>
                <a:close/>
              </a:path>
            </a:pathLst>
          </a:custGeom>
          <a:solidFill>
            <a:schemeClr val="accent1"/>
          </a:solidFill>
          <a:ln w="957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Graphic 7">
            <a:extLst>
              <a:ext uri="{FF2B5EF4-FFF2-40B4-BE49-F238E27FC236}">
                <a16:creationId xmlns:a16="http://schemas.microsoft.com/office/drawing/2014/main" id="{6E6FBE6F-7EE3-1C51-395C-3029FE2FB59C}"/>
              </a:ext>
            </a:extLst>
          </p:cNvPr>
          <p:cNvSpPr/>
          <p:nvPr userDrawn="1"/>
        </p:nvSpPr>
        <p:spPr>
          <a:xfrm>
            <a:off x="11460937" y="1755606"/>
            <a:ext cx="752986" cy="2682462"/>
          </a:xfrm>
          <a:custGeom>
            <a:avLst/>
            <a:gdLst>
              <a:gd name="connsiteX0" fmla="*/ 752987 w 752986"/>
              <a:gd name="connsiteY0" fmla="*/ 2682463 h 2682462"/>
              <a:gd name="connsiteX1" fmla="*/ 625 w 752986"/>
              <a:gd name="connsiteY1" fmla="*/ 901972 h 2682462"/>
              <a:gd name="connsiteX2" fmla="*/ 748009 w 752986"/>
              <a:gd name="connsiteY2" fmla="*/ 0 h 2682462"/>
              <a:gd name="connsiteX3" fmla="*/ 752987 w 752986"/>
              <a:gd name="connsiteY3" fmla="*/ 2682463 h 2682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2986" h="2682462">
                <a:moveTo>
                  <a:pt x="752987" y="2682463"/>
                </a:moveTo>
                <a:cubicBezTo>
                  <a:pt x="752987" y="2682463"/>
                  <a:pt x="-25123" y="2173327"/>
                  <a:pt x="625" y="901972"/>
                </a:cubicBezTo>
                <a:cubicBezTo>
                  <a:pt x="9240" y="403748"/>
                  <a:pt x="748009" y="0"/>
                  <a:pt x="748009" y="0"/>
                </a:cubicBezTo>
                <a:lnTo>
                  <a:pt x="752987" y="2682463"/>
                </a:lnTo>
                <a:close/>
              </a:path>
            </a:pathLst>
          </a:custGeom>
          <a:solidFill>
            <a:schemeClr val="accent4"/>
          </a:solidFill>
          <a:ln w="957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Graphic 7">
            <a:extLst>
              <a:ext uri="{FF2B5EF4-FFF2-40B4-BE49-F238E27FC236}">
                <a16:creationId xmlns:a16="http://schemas.microsoft.com/office/drawing/2014/main" id="{EC6EADB3-D19B-A538-968A-3D4D6459A64F}"/>
              </a:ext>
            </a:extLst>
          </p:cNvPr>
          <p:cNvSpPr/>
          <p:nvPr userDrawn="1"/>
        </p:nvSpPr>
        <p:spPr>
          <a:xfrm>
            <a:off x="8394589" y="-60396"/>
            <a:ext cx="2747434" cy="6923632"/>
          </a:xfrm>
          <a:custGeom>
            <a:avLst/>
            <a:gdLst>
              <a:gd name="connsiteX0" fmla="*/ 2534956 w 2747434"/>
              <a:gd name="connsiteY0" fmla="*/ 0 h 6923632"/>
              <a:gd name="connsiteX1" fmla="*/ 2706775 w 2747434"/>
              <a:gd name="connsiteY1" fmla="*/ 979313 h 6923632"/>
              <a:gd name="connsiteX2" fmla="*/ 1358077 w 2747434"/>
              <a:gd name="connsiteY2" fmla="*/ 1924263 h 6923632"/>
              <a:gd name="connsiteX3" fmla="*/ 9379 w 2747434"/>
              <a:gd name="connsiteY3" fmla="*/ 3479046 h 6923632"/>
              <a:gd name="connsiteX4" fmla="*/ 473239 w 2747434"/>
              <a:gd name="connsiteY4" fmla="*/ 5162669 h 6923632"/>
              <a:gd name="connsiteX5" fmla="*/ 791030 w 2747434"/>
              <a:gd name="connsiteY5" fmla="*/ 6923633 h 6923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47434" h="6923632">
                <a:moveTo>
                  <a:pt x="2534956" y="0"/>
                </a:moveTo>
                <a:cubicBezTo>
                  <a:pt x="2560706" y="51497"/>
                  <a:pt x="2852748" y="661427"/>
                  <a:pt x="2706775" y="979313"/>
                </a:cubicBezTo>
                <a:cubicBezTo>
                  <a:pt x="2560802" y="1297200"/>
                  <a:pt x="1736076" y="1743831"/>
                  <a:pt x="1358077" y="1924263"/>
                </a:cubicBezTo>
                <a:cubicBezTo>
                  <a:pt x="980078" y="2104696"/>
                  <a:pt x="95336" y="2723144"/>
                  <a:pt x="9379" y="3479046"/>
                </a:cubicBezTo>
                <a:cubicBezTo>
                  <a:pt x="-76577" y="4234949"/>
                  <a:pt x="456105" y="4750402"/>
                  <a:pt x="473239" y="5162669"/>
                </a:cubicBezTo>
                <a:cubicBezTo>
                  <a:pt x="490373" y="5575032"/>
                  <a:pt x="456105" y="6605842"/>
                  <a:pt x="791030" y="6923633"/>
                </a:cubicBezTo>
              </a:path>
            </a:pathLst>
          </a:custGeom>
          <a:noFill/>
          <a:ln w="15915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6" name="Graphic 7">
            <a:extLst>
              <a:ext uri="{FF2B5EF4-FFF2-40B4-BE49-F238E27FC236}">
                <a16:creationId xmlns:a16="http://schemas.microsoft.com/office/drawing/2014/main" id="{EC3C5D8A-3160-5457-4151-272546CAD57D}"/>
              </a:ext>
            </a:extLst>
          </p:cNvPr>
          <p:cNvGrpSpPr/>
          <p:nvPr userDrawn="1"/>
        </p:nvGrpSpPr>
        <p:grpSpPr>
          <a:xfrm>
            <a:off x="11303531" y="1529534"/>
            <a:ext cx="891530" cy="3371125"/>
            <a:chOff x="11303531" y="1529534"/>
            <a:chExt cx="891530" cy="3371125"/>
          </a:xfrm>
          <a:solidFill>
            <a:schemeClr val="tx2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9709961-5CA4-3DEB-CC4B-538FE8A4991A}"/>
                </a:ext>
              </a:extLst>
            </p:cNvPr>
            <p:cNvSpPr/>
            <p:nvPr/>
          </p:nvSpPr>
          <p:spPr>
            <a:xfrm>
              <a:off x="11303531" y="1834922"/>
              <a:ext cx="871241" cy="3065737"/>
            </a:xfrm>
            <a:custGeom>
              <a:avLst/>
              <a:gdLst>
                <a:gd name="connsiteX0" fmla="*/ 848936 w 871241"/>
                <a:gd name="connsiteY0" fmla="*/ 802 h 3065737"/>
                <a:gd name="connsiteX1" fmla="*/ 315679 w 871241"/>
                <a:gd name="connsiteY1" fmla="*/ 412878 h 3065737"/>
                <a:gd name="connsiteX2" fmla="*/ 42685 w 871241"/>
                <a:gd name="connsiteY2" fmla="*/ 1128578 h 3065737"/>
                <a:gd name="connsiteX3" fmla="*/ 23062 w 871241"/>
                <a:gd name="connsiteY3" fmla="*/ 1928415 h 3065737"/>
                <a:gd name="connsiteX4" fmla="*/ 281124 w 871241"/>
                <a:gd name="connsiteY4" fmla="*/ 2607742 h 3065737"/>
                <a:gd name="connsiteX5" fmla="*/ 778390 w 871241"/>
                <a:gd name="connsiteY5" fmla="*/ 3034080 h 3065737"/>
                <a:gd name="connsiteX6" fmla="*/ 853818 w 871241"/>
                <a:gd name="connsiteY6" fmla="*/ 3064806 h 3065737"/>
                <a:gd name="connsiteX7" fmla="*/ 861476 w 871241"/>
                <a:gd name="connsiteY7" fmla="*/ 3037143 h 3065737"/>
                <a:gd name="connsiteX8" fmla="*/ 348702 w 871241"/>
                <a:gd name="connsiteY8" fmla="*/ 2651581 h 3065737"/>
                <a:gd name="connsiteX9" fmla="*/ 67284 w 871241"/>
                <a:gd name="connsiteY9" fmla="*/ 2015808 h 3065737"/>
                <a:gd name="connsiteX10" fmla="*/ 55415 w 871241"/>
                <a:gd name="connsiteY10" fmla="*/ 1233295 h 3065737"/>
                <a:gd name="connsiteX11" fmla="*/ 291366 w 871241"/>
                <a:gd name="connsiteY11" fmla="*/ 502663 h 3065737"/>
                <a:gd name="connsiteX12" fmla="*/ 778677 w 871241"/>
                <a:gd name="connsiteY12" fmla="*/ 58043 h 3065737"/>
                <a:gd name="connsiteX13" fmla="*/ 856594 w 871241"/>
                <a:gd name="connsiteY13" fmla="*/ 28465 h 3065737"/>
                <a:gd name="connsiteX14" fmla="*/ 848936 w 871241"/>
                <a:gd name="connsiteY14" fmla="*/ 802 h 3065737"/>
                <a:gd name="connsiteX15" fmla="*/ 848936 w 871241"/>
                <a:gd name="connsiteY15" fmla="*/ 802 h 306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71241" h="3065737">
                  <a:moveTo>
                    <a:pt x="848936" y="802"/>
                  </a:moveTo>
                  <a:cubicBezTo>
                    <a:pt x="630024" y="72592"/>
                    <a:pt x="447198" y="226128"/>
                    <a:pt x="315679" y="412878"/>
                  </a:cubicBezTo>
                  <a:cubicBezTo>
                    <a:pt x="166929" y="624036"/>
                    <a:pt x="86333" y="876068"/>
                    <a:pt x="42685" y="1128578"/>
                  </a:cubicBezTo>
                  <a:cubicBezTo>
                    <a:pt x="-2782" y="1391904"/>
                    <a:pt x="-15992" y="1663462"/>
                    <a:pt x="23062" y="1928415"/>
                  </a:cubicBezTo>
                  <a:cubicBezTo>
                    <a:pt x="58670" y="2170300"/>
                    <a:pt x="141276" y="2405964"/>
                    <a:pt x="281124" y="2607742"/>
                  </a:cubicBezTo>
                  <a:cubicBezTo>
                    <a:pt x="406805" y="2789036"/>
                    <a:pt x="576229" y="2942954"/>
                    <a:pt x="778390" y="3034080"/>
                  </a:cubicBezTo>
                  <a:cubicBezTo>
                    <a:pt x="803181" y="3045183"/>
                    <a:pt x="828260" y="3055425"/>
                    <a:pt x="853818" y="3064806"/>
                  </a:cubicBezTo>
                  <a:cubicBezTo>
                    <a:pt x="871238" y="3071123"/>
                    <a:pt x="878705" y="3043460"/>
                    <a:pt x="861476" y="3037143"/>
                  </a:cubicBezTo>
                  <a:cubicBezTo>
                    <a:pt x="656922" y="2962481"/>
                    <a:pt x="481657" y="2822634"/>
                    <a:pt x="348702" y="2651581"/>
                  </a:cubicBezTo>
                  <a:cubicBezTo>
                    <a:pt x="204452" y="2465884"/>
                    <a:pt x="113135" y="2245537"/>
                    <a:pt x="67284" y="2015808"/>
                  </a:cubicBezTo>
                  <a:cubicBezTo>
                    <a:pt x="15978" y="1758703"/>
                    <a:pt x="19712" y="1492218"/>
                    <a:pt x="55415" y="1233295"/>
                  </a:cubicBezTo>
                  <a:cubicBezTo>
                    <a:pt x="90449" y="978967"/>
                    <a:pt x="157645" y="724160"/>
                    <a:pt x="291366" y="502663"/>
                  </a:cubicBezTo>
                  <a:cubicBezTo>
                    <a:pt x="406421" y="312180"/>
                    <a:pt x="573261" y="148020"/>
                    <a:pt x="778677" y="58043"/>
                  </a:cubicBezTo>
                  <a:cubicBezTo>
                    <a:pt x="804138" y="46844"/>
                    <a:pt x="830175" y="37176"/>
                    <a:pt x="856594" y="28465"/>
                  </a:cubicBezTo>
                  <a:cubicBezTo>
                    <a:pt x="874014" y="22722"/>
                    <a:pt x="866548" y="-5037"/>
                    <a:pt x="848936" y="802"/>
                  </a:cubicBezTo>
                  <a:lnTo>
                    <a:pt x="848936" y="802"/>
                  </a:lnTo>
                  <a:close/>
                </a:path>
              </a:pathLst>
            </a:custGeom>
            <a:grpFill/>
            <a:ln w="95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27290A1-6383-5809-B437-CC2BFFBC53D3}"/>
                </a:ext>
              </a:extLst>
            </p:cNvPr>
            <p:cNvSpPr/>
            <p:nvPr/>
          </p:nvSpPr>
          <p:spPr>
            <a:xfrm>
              <a:off x="11617593" y="1529534"/>
              <a:ext cx="577468" cy="2048267"/>
            </a:xfrm>
            <a:custGeom>
              <a:avLst/>
              <a:gdLst>
                <a:gd name="connsiteX0" fmla="*/ 555454 w 577468"/>
                <a:gd name="connsiteY0" fmla="*/ 1322 h 2048267"/>
                <a:gd name="connsiteX1" fmla="*/ 219189 w 577468"/>
                <a:gd name="connsiteY1" fmla="*/ 274699 h 2048267"/>
                <a:gd name="connsiteX2" fmla="*/ 35215 w 577468"/>
                <a:gd name="connsiteY2" fmla="*/ 678064 h 2048267"/>
                <a:gd name="connsiteX3" fmla="*/ 10806 w 577468"/>
                <a:gd name="connsiteY3" fmla="*/ 1151591 h 2048267"/>
                <a:gd name="connsiteX4" fmla="*/ 162235 w 577468"/>
                <a:gd name="connsiteY4" fmla="*/ 1649432 h 2048267"/>
                <a:gd name="connsiteX5" fmla="*/ 300647 w 577468"/>
                <a:gd name="connsiteY5" fmla="*/ 1872269 h 2048267"/>
                <a:gd name="connsiteX6" fmla="*/ 485196 w 577468"/>
                <a:gd name="connsiteY6" fmla="*/ 2040545 h 2048267"/>
                <a:gd name="connsiteX7" fmla="*/ 543201 w 577468"/>
                <a:gd name="connsiteY7" fmla="*/ 2047915 h 2048267"/>
                <a:gd name="connsiteX8" fmla="*/ 543201 w 577468"/>
                <a:gd name="connsiteY8" fmla="*/ 2019199 h 2048267"/>
                <a:gd name="connsiteX9" fmla="*/ 350229 w 577468"/>
                <a:gd name="connsiteY9" fmla="*/ 1889690 h 2048267"/>
                <a:gd name="connsiteX10" fmla="*/ 209329 w 577468"/>
                <a:gd name="connsiteY10" fmla="*/ 1677574 h 2048267"/>
                <a:gd name="connsiteX11" fmla="*/ 45935 w 577468"/>
                <a:gd name="connsiteY11" fmla="*/ 1197441 h 2048267"/>
                <a:gd name="connsiteX12" fmla="*/ 52444 w 577468"/>
                <a:gd name="connsiteY12" fmla="*/ 732911 h 2048267"/>
                <a:gd name="connsiteX13" fmla="*/ 214019 w 577468"/>
                <a:gd name="connsiteY13" fmla="*/ 332035 h 2048267"/>
                <a:gd name="connsiteX14" fmla="*/ 520899 w 577468"/>
                <a:gd name="connsiteY14" fmla="*/ 49278 h 2048267"/>
                <a:gd name="connsiteX15" fmla="*/ 569812 w 577468"/>
                <a:gd name="connsiteY15" fmla="*/ 26113 h 2048267"/>
                <a:gd name="connsiteX16" fmla="*/ 555454 w 577468"/>
                <a:gd name="connsiteY16" fmla="*/ 1322 h 2048267"/>
                <a:gd name="connsiteX17" fmla="*/ 555454 w 577468"/>
                <a:gd name="connsiteY17" fmla="*/ 1322 h 2048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7468" h="2048267">
                  <a:moveTo>
                    <a:pt x="555454" y="1322"/>
                  </a:moveTo>
                  <a:cubicBezTo>
                    <a:pt x="420297" y="59615"/>
                    <a:pt x="306390" y="156867"/>
                    <a:pt x="219189" y="274699"/>
                  </a:cubicBezTo>
                  <a:cubicBezTo>
                    <a:pt x="130743" y="394253"/>
                    <a:pt x="70152" y="533909"/>
                    <a:pt x="35215" y="678064"/>
                  </a:cubicBezTo>
                  <a:cubicBezTo>
                    <a:pt x="-2308" y="833035"/>
                    <a:pt x="-8817" y="993557"/>
                    <a:pt x="10806" y="1151591"/>
                  </a:cubicBezTo>
                  <a:cubicBezTo>
                    <a:pt x="32247" y="1324749"/>
                    <a:pt x="83649" y="1493600"/>
                    <a:pt x="162235" y="1649432"/>
                  </a:cubicBezTo>
                  <a:cubicBezTo>
                    <a:pt x="201672" y="1727635"/>
                    <a:pt x="248001" y="1802297"/>
                    <a:pt x="300647" y="1872269"/>
                  </a:cubicBezTo>
                  <a:cubicBezTo>
                    <a:pt x="349368" y="1936975"/>
                    <a:pt x="405268" y="2013647"/>
                    <a:pt x="485196" y="2040545"/>
                  </a:cubicBezTo>
                  <a:cubicBezTo>
                    <a:pt x="503765" y="2046767"/>
                    <a:pt x="523674" y="2049255"/>
                    <a:pt x="543201" y="2047915"/>
                  </a:cubicBezTo>
                  <a:cubicBezTo>
                    <a:pt x="561484" y="2046575"/>
                    <a:pt x="561676" y="2017859"/>
                    <a:pt x="543201" y="2019199"/>
                  </a:cubicBezTo>
                  <a:cubicBezTo>
                    <a:pt x="459255" y="2025134"/>
                    <a:pt x="397420" y="1948558"/>
                    <a:pt x="350229" y="1889690"/>
                  </a:cubicBezTo>
                  <a:cubicBezTo>
                    <a:pt x="297009" y="1823451"/>
                    <a:pt x="250010" y="1752140"/>
                    <a:pt x="209329" y="1677574"/>
                  </a:cubicBezTo>
                  <a:cubicBezTo>
                    <a:pt x="127967" y="1528442"/>
                    <a:pt x="72545" y="1365239"/>
                    <a:pt x="45935" y="1197441"/>
                  </a:cubicBezTo>
                  <a:cubicBezTo>
                    <a:pt x="21526" y="1043715"/>
                    <a:pt x="21718" y="885681"/>
                    <a:pt x="52444" y="732911"/>
                  </a:cubicBezTo>
                  <a:cubicBezTo>
                    <a:pt x="80968" y="590862"/>
                    <a:pt x="134093" y="453121"/>
                    <a:pt x="214019" y="332035"/>
                  </a:cubicBezTo>
                  <a:cubicBezTo>
                    <a:pt x="291553" y="214586"/>
                    <a:pt x="395506" y="114272"/>
                    <a:pt x="520899" y="49278"/>
                  </a:cubicBezTo>
                  <a:cubicBezTo>
                    <a:pt x="536884" y="40950"/>
                    <a:pt x="553252" y="33292"/>
                    <a:pt x="569812" y="26113"/>
                  </a:cubicBezTo>
                  <a:cubicBezTo>
                    <a:pt x="586946" y="18839"/>
                    <a:pt x="572301" y="-5953"/>
                    <a:pt x="555454" y="1322"/>
                  </a:cubicBezTo>
                  <a:lnTo>
                    <a:pt x="555454" y="1322"/>
                  </a:lnTo>
                  <a:close/>
                </a:path>
              </a:pathLst>
            </a:custGeom>
            <a:grpFill/>
            <a:ln w="95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2" name="Title Placeholder 1">
            <a:extLst>
              <a:ext uri="{FF2B5EF4-FFF2-40B4-BE49-F238E27FC236}">
                <a16:creationId xmlns:a16="http://schemas.microsoft.com/office/drawing/2014/main" id="{E221B920-9165-5AE2-C049-3FC42E9E1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7" y="525782"/>
            <a:ext cx="109696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ED7CCFB4-8D9D-9F78-38AF-549B77539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948" y="1939924"/>
            <a:ext cx="10969451" cy="423893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2pPr>
            <a:lvl3pPr marL="9144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3pPr>
            <a:lvl4pPr marL="13716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4" name="Date Placeholder 6">
            <a:extLst>
              <a:ext uri="{FF2B5EF4-FFF2-40B4-BE49-F238E27FC236}">
                <a16:creationId xmlns:a16="http://schemas.microsoft.com/office/drawing/2014/main" id="{6262B09A-3C28-8BE6-C782-F3F53100E6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777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accent1"/>
                </a:solidFill>
              </a:defRPr>
            </a:lvl1pPr>
          </a:lstStyle>
          <a:p>
            <a:fld id="{CA2C1983-85E7-45E2-ABAC-BABAC97AF800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35" name="Footer Placeholder 7">
            <a:extLst>
              <a:ext uri="{FF2B5EF4-FFF2-40B4-BE49-F238E27FC236}">
                <a16:creationId xmlns:a16="http://schemas.microsoft.com/office/drawing/2014/main" id="{36CD147B-1368-E910-AAAE-4989A913B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479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36" name="Slide Number Placeholder 8">
            <a:extLst>
              <a:ext uri="{FF2B5EF4-FFF2-40B4-BE49-F238E27FC236}">
                <a16:creationId xmlns:a16="http://schemas.microsoft.com/office/drawing/2014/main" id="{2CCDB975-41B7-0181-0B82-733BCBC02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9200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accent1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657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D6540D0-0649-9C9D-6903-52ED09A4055A}"/>
              </a:ext>
            </a:extLst>
          </p:cNvPr>
          <p:cNvSpPr/>
          <p:nvPr userDrawn="1"/>
        </p:nvSpPr>
        <p:spPr>
          <a:xfrm>
            <a:off x="-1641" y="5105499"/>
            <a:ext cx="1766251" cy="1750580"/>
          </a:xfrm>
          <a:custGeom>
            <a:avLst/>
            <a:gdLst>
              <a:gd name="connsiteX0" fmla="*/ 1766252 w 1766251"/>
              <a:gd name="connsiteY0" fmla="*/ 1750580 h 1750580"/>
              <a:gd name="connsiteX1" fmla="*/ 1210595 w 1766251"/>
              <a:gd name="connsiteY1" fmla="*/ 1296786 h 1750580"/>
              <a:gd name="connsiteX2" fmla="*/ 616048 w 1766251"/>
              <a:gd name="connsiteY2" fmla="*/ 930330 h 1750580"/>
              <a:gd name="connsiteX3" fmla="*/ 429045 w 1766251"/>
              <a:gd name="connsiteY3" fmla="*/ 351549 h 1750580"/>
              <a:gd name="connsiteX4" fmla="*/ 0 w 1766251"/>
              <a:gd name="connsiteY4" fmla="*/ 0 h 1750580"/>
              <a:gd name="connsiteX5" fmla="*/ 0 w 1766251"/>
              <a:gd name="connsiteY5" fmla="*/ 1748956 h 1750580"/>
              <a:gd name="connsiteX6" fmla="*/ 1766252 w 1766251"/>
              <a:gd name="connsiteY6" fmla="*/ 1750580 h 175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66251" h="1750580">
                <a:moveTo>
                  <a:pt x="1766252" y="1750580"/>
                </a:moveTo>
                <a:cubicBezTo>
                  <a:pt x="1681972" y="1528604"/>
                  <a:pt x="1433718" y="1378009"/>
                  <a:pt x="1210595" y="1296786"/>
                </a:cubicBezTo>
                <a:cubicBezTo>
                  <a:pt x="987473" y="1215564"/>
                  <a:pt x="742086" y="1131571"/>
                  <a:pt x="616048" y="930330"/>
                </a:cubicBezTo>
                <a:cubicBezTo>
                  <a:pt x="507974" y="757852"/>
                  <a:pt x="513612" y="536736"/>
                  <a:pt x="429045" y="351549"/>
                </a:cubicBezTo>
                <a:cubicBezTo>
                  <a:pt x="351645" y="181938"/>
                  <a:pt x="179836" y="49115"/>
                  <a:pt x="0" y="0"/>
                </a:cubicBezTo>
                <a:lnTo>
                  <a:pt x="0" y="1748956"/>
                </a:lnTo>
                <a:lnTo>
                  <a:pt x="1766252" y="1750580"/>
                </a:lnTo>
                <a:close/>
              </a:path>
            </a:pathLst>
          </a:custGeom>
          <a:solidFill>
            <a:schemeClr val="accent5"/>
          </a:solidFill>
          <a:ln w="95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9A78BA6-F6A8-291D-7CE2-A2A876121A60}"/>
              </a:ext>
            </a:extLst>
          </p:cNvPr>
          <p:cNvGrpSpPr/>
          <p:nvPr userDrawn="1"/>
        </p:nvGrpSpPr>
        <p:grpSpPr>
          <a:xfrm>
            <a:off x="2150" y="5405627"/>
            <a:ext cx="2003538" cy="1446734"/>
            <a:chOff x="2150" y="5405627"/>
            <a:chExt cx="2003538" cy="1446734"/>
          </a:xfrm>
        </p:grpSpPr>
        <p:sp>
          <p:nvSpPr>
            <p:cNvPr id="18" name="Graphic 7">
              <a:extLst>
                <a:ext uri="{FF2B5EF4-FFF2-40B4-BE49-F238E27FC236}">
                  <a16:creationId xmlns:a16="http://schemas.microsoft.com/office/drawing/2014/main" id="{2922C18B-4086-F52B-2B96-9B201BA8C0F1}"/>
                </a:ext>
              </a:extLst>
            </p:cNvPr>
            <p:cNvSpPr/>
            <p:nvPr userDrawn="1"/>
          </p:nvSpPr>
          <p:spPr>
            <a:xfrm>
              <a:off x="2150" y="5405627"/>
              <a:ext cx="2003538" cy="1446734"/>
            </a:xfrm>
            <a:custGeom>
              <a:avLst/>
              <a:gdLst>
                <a:gd name="connsiteX0" fmla="*/ 0 w 2003538"/>
                <a:gd name="connsiteY0" fmla="*/ 615591 h 1446734"/>
                <a:gd name="connsiteX1" fmla="*/ 726797 w 2003538"/>
                <a:gd name="connsiteY1" fmla="*/ 1932 h 1446734"/>
                <a:gd name="connsiteX2" fmla="*/ 1875663 w 2003538"/>
                <a:gd name="connsiteY2" fmla="*/ 498057 h 1446734"/>
                <a:gd name="connsiteX3" fmla="*/ 1923536 w 2003538"/>
                <a:gd name="connsiteY3" fmla="*/ 1446734 h 1446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538" h="1446734">
                  <a:moveTo>
                    <a:pt x="0" y="615591"/>
                  </a:moveTo>
                  <a:cubicBezTo>
                    <a:pt x="0" y="615591"/>
                    <a:pt x="365596" y="28115"/>
                    <a:pt x="726797" y="1932"/>
                  </a:cubicBezTo>
                  <a:cubicBezTo>
                    <a:pt x="1087997" y="-24250"/>
                    <a:pt x="1719047" y="219512"/>
                    <a:pt x="1875663" y="498057"/>
                  </a:cubicBezTo>
                  <a:cubicBezTo>
                    <a:pt x="2032374" y="776603"/>
                    <a:pt x="2041070" y="1242245"/>
                    <a:pt x="1923536" y="1446734"/>
                  </a:cubicBezTo>
                </a:path>
              </a:pathLst>
            </a:custGeom>
            <a:noFill/>
            <a:ln w="8884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Graphic 7">
              <a:extLst>
                <a:ext uri="{FF2B5EF4-FFF2-40B4-BE49-F238E27FC236}">
                  <a16:creationId xmlns:a16="http://schemas.microsoft.com/office/drawing/2014/main" id="{E436826F-8E6D-4D49-4769-889F5B1E8FD3}"/>
                </a:ext>
              </a:extLst>
            </p:cNvPr>
            <p:cNvSpPr/>
            <p:nvPr userDrawn="1"/>
          </p:nvSpPr>
          <p:spPr>
            <a:xfrm>
              <a:off x="3615" y="5478445"/>
              <a:ext cx="1977109" cy="1365412"/>
            </a:xfrm>
            <a:custGeom>
              <a:avLst/>
              <a:gdLst>
                <a:gd name="connsiteX0" fmla="*/ 0 w 1977109"/>
                <a:gd name="connsiteY0" fmla="*/ 460118 h 1365412"/>
                <a:gd name="connsiteX1" fmla="*/ 783366 w 1977109"/>
                <a:gd name="connsiteY1" fmla="*/ 7566 h 1365412"/>
                <a:gd name="connsiteX2" fmla="*/ 1827790 w 1977109"/>
                <a:gd name="connsiteY2" fmla="*/ 316593 h 1365412"/>
                <a:gd name="connsiteX3" fmla="*/ 1975710 w 1977109"/>
                <a:gd name="connsiteY3" fmla="*/ 1365413 h 1365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7109" h="1365412">
                  <a:moveTo>
                    <a:pt x="0" y="460118"/>
                  </a:moveTo>
                  <a:cubicBezTo>
                    <a:pt x="0" y="460118"/>
                    <a:pt x="291540" y="29257"/>
                    <a:pt x="783366" y="7566"/>
                  </a:cubicBezTo>
                  <a:cubicBezTo>
                    <a:pt x="1275095" y="-14221"/>
                    <a:pt x="1653783" y="-9826"/>
                    <a:pt x="1827790" y="316593"/>
                  </a:cubicBezTo>
                  <a:cubicBezTo>
                    <a:pt x="2001892" y="643011"/>
                    <a:pt x="1975710" y="1365413"/>
                    <a:pt x="1975710" y="1365413"/>
                  </a:cubicBezTo>
                </a:path>
              </a:pathLst>
            </a:custGeom>
            <a:noFill/>
            <a:ln w="8884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0" name="Graphic 7">
            <a:extLst>
              <a:ext uri="{FF2B5EF4-FFF2-40B4-BE49-F238E27FC236}">
                <a16:creationId xmlns:a16="http://schemas.microsoft.com/office/drawing/2014/main" id="{143B250D-4248-035F-549F-7556103191B8}"/>
              </a:ext>
            </a:extLst>
          </p:cNvPr>
          <p:cNvSpPr/>
          <p:nvPr userDrawn="1"/>
        </p:nvSpPr>
        <p:spPr>
          <a:xfrm>
            <a:off x="11460937" y="1755606"/>
            <a:ext cx="752986" cy="2682462"/>
          </a:xfrm>
          <a:custGeom>
            <a:avLst/>
            <a:gdLst>
              <a:gd name="connsiteX0" fmla="*/ 752987 w 752986"/>
              <a:gd name="connsiteY0" fmla="*/ 2682463 h 2682462"/>
              <a:gd name="connsiteX1" fmla="*/ 625 w 752986"/>
              <a:gd name="connsiteY1" fmla="*/ 901972 h 2682462"/>
              <a:gd name="connsiteX2" fmla="*/ 748009 w 752986"/>
              <a:gd name="connsiteY2" fmla="*/ 0 h 2682462"/>
              <a:gd name="connsiteX3" fmla="*/ 752987 w 752986"/>
              <a:gd name="connsiteY3" fmla="*/ 2682463 h 2682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2986" h="2682462">
                <a:moveTo>
                  <a:pt x="752987" y="2682463"/>
                </a:moveTo>
                <a:cubicBezTo>
                  <a:pt x="752987" y="2682463"/>
                  <a:pt x="-25123" y="2173327"/>
                  <a:pt x="625" y="901972"/>
                </a:cubicBezTo>
                <a:cubicBezTo>
                  <a:pt x="9240" y="403748"/>
                  <a:pt x="748009" y="0"/>
                  <a:pt x="748009" y="0"/>
                </a:cubicBezTo>
                <a:lnTo>
                  <a:pt x="752987" y="2682463"/>
                </a:lnTo>
                <a:close/>
              </a:path>
            </a:pathLst>
          </a:custGeom>
          <a:solidFill>
            <a:schemeClr val="accent4"/>
          </a:solidFill>
          <a:ln w="957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Graphic 7">
            <a:extLst>
              <a:ext uri="{FF2B5EF4-FFF2-40B4-BE49-F238E27FC236}">
                <a16:creationId xmlns:a16="http://schemas.microsoft.com/office/drawing/2014/main" id="{D8B5BD21-5A32-58BB-3B80-BE4193D33DBE}"/>
              </a:ext>
            </a:extLst>
          </p:cNvPr>
          <p:cNvSpPr/>
          <p:nvPr userDrawn="1"/>
        </p:nvSpPr>
        <p:spPr>
          <a:xfrm>
            <a:off x="9258189" y="-60396"/>
            <a:ext cx="2747434" cy="6923632"/>
          </a:xfrm>
          <a:custGeom>
            <a:avLst/>
            <a:gdLst>
              <a:gd name="connsiteX0" fmla="*/ 2534956 w 2747434"/>
              <a:gd name="connsiteY0" fmla="*/ 0 h 6923632"/>
              <a:gd name="connsiteX1" fmla="*/ 2706775 w 2747434"/>
              <a:gd name="connsiteY1" fmla="*/ 979313 h 6923632"/>
              <a:gd name="connsiteX2" fmla="*/ 1358077 w 2747434"/>
              <a:gd name="connsiteY2" fmla="*/ 1924263 h 6923632"/>
              <a:gd name="connsiteX3" fmla="*/ 9379 w 2747434"/>
              <a:gd name="connsiteY3" fmla="*/ 3479046 h 6923632"/>
              <a:gd name="connsiteX4" fmla="*/ 473239 w 2747434"/>
              <a:gd name="connsiteY4" fmla="*/ 5162669 h 6923632"/>
              <a:gd name="connsiteX5" fmla="*/ 791030 w 2747434"/>
              <a:gd name="connsiteY5" fmla="*/ 6923633 h 6923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47434" h="6923632">
                <a:moveTo>
                  <a:pt x="2534956" y="0"/>
                </a:moveTo>
                <a:cubicBezTo>
                  <a:pt x="2560706" y="51497"/>
                  <a:pt x="2852748" y="661427"/>
                  <a:pt x="2706775" y="979313"/>
                </a:cubicBezTo>
                <a:cubicBezTo>
                  <a:pt x="2560802" y="1297200"/>
                  <a:pt x="1736076" y="1743831"/>
                  <a:pt x="1358077" y="1924263"/>
                </a:cubicBezTo>
                <a:cubicBezTo>
                  <a:pt x="980078" y="2104696"/>
                  <a:pt x="95336" y="2723144"/>
                  <a:pt x="9379" y="3479046"/>
                </a:cubicBezTo>
                <a:cubicBezTo>
                  <a:pt x="-76577" y="4234949"/>
                  <a:pt x="456105" y="4750402"/>
                  <a:pt x="473239" y="5162669"/>
                </a:cubicBezTo>
                <a:cubicBezTo>
                  <a:pt x="490373" y="5575032"/>
                  <a:pt x="456105" y="6605842"/>
                  <a:pt x="791030" y="6923633"/>
                </a:cubicBezTo>
              </a:path>
            </a:pathLst>
          </a:custGeom>
          <a:noFill/>
          <a:ln w="15915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2" name="Graphic 7">
            <a:extLst>
              <a:ext uri="{FF2B5EF4-FFF2-40B4-BE49-F238E27FC236}">
                <a16:creationId xmlns:a16="http://schemas.microsoft.com/office/drawing/2014/main" id="{5B908E0A-CCF6-0F3A-246A-C67AD29C97D7}"/>
              </a:ext>
            </a:extLst>
          </p:cNvPr>
          <p:cNvGrpSpPr/>
          <p:nvPr userDrawn="1"/>
        </p:nvGrpSpPr>
        <p:grpSpPr>
          <a:xfrm>
            <a:off x="11303531" y="1529534"/>
            <a:ext cx="891530" cy="3371125"/>
            <a:chOff x="11303531" y="1529534"/>
            <a:chExt cx="891530" cy="3371125"/>
          </a:xfrm>
          <a:solidFill>
            <a:schemeClr val="tx2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D31F3A4-045D-D553-1F93-F5F97EB5A117}"/>
                </a:ext>
              </a:extLst>
            </p:cNvPr>
            <p:cNvSpPr/>
            <p:nvPr/>
          </p:nvSpPr>
          <p:spPr>
            <a:xfrm>
              <a:off x="11303531" y="1834922"/>
              <a:ext cx="871241" cy="3065737"/>
            </a:xfrm>
            <a:custGeom>
              <a:avLst/>
              <a:gdLst>
                <a:gd name="connsiteX0" fmla="*/ 848936 w 871241"/>
                <a:gd name="connsiteY0" fmla="*/ 802 h 3065737"/>
                <a:gd name="connsiteX1" fmla="*/ 315679 w 871241"/>
                <a:gd name="connsiteY1" fmla="*/ 412878 h 3065737"/>
                <a:gd name="connsiteX2" fmla="*/ 42685 w 871241"/>
                <a:gd name="connsiteY2" fmla="*/ 1128578 h 3065737"/>
                <a:gd name="connsiteX3" fmla="*/ 23062 w 871241"/>
                <a:gd name="connsiteY3" fmla="*/ 1928415 h 3065737"/>
                <a:gd name="connsiteX4" fmla="*/ 281124 w 871241"/>
                <a:gd name="connsiteY4" fmla="*/ 2607742 h 3065737"/>
                <a:gd name="connsiteX5" fmla="*/ 778390 w 871241"/>
                <a:gd name="connsiteY5" fmla="*/ 3034080 h 3065737"/>
                <a:gd name="connsiteX6" fmla="*/ 853818 w 871241"/>
                <a:gd name="connsiteY6" fmla="*/ 3064806 h 3065737"/>
                <a:gd name="connsiteX7" fmla="*/ 861476 w 871241"/>
                <a:gd name="connsiteY7" fmla="*/ 3037143 h 3065737"/>
                <a:gd name="connsiteX8" fmla="*/ 348702 w 871241"/>
                <a:gd name="connsiteY8" fmla="*/ 2651581 h 3065737"/>
                <a:gd name="connsiteX9" fmla="*/ 67284 w 871241"/>
                <a:gd name="connsiteY9" fmla="*/ 2015808 h 3065737"/>
                <a:gd name="connsiteX10" fmla="*/ 55415 w 871241"/>
                <a:gd name="connsiteY10" fmla="*/ 1233295 h 3065737"/>
                <a:gd name="connsiteX11" fmla="*/ 291366 w 871241"/>
                <a:gd name="connsiteY11" fmla="*/ 502663 h 3065737"/>
                <a:gd name="connsiteX12" fmla="*/ 778677 w 871241"/>
                <a:gd name="connsiteY12" fmla="*/ 58043 h 3065737"/>
                <a:gd name="connsiteX13" fmla="*/ 856594 w 871241"/>
                <a:gd name="connsiteY13" fmla="*/ 28465 h 3065737"/>
                <a:gd name="connsiteX14" fmla="*/ 848936 w 871241"/>
                <a:gd name="connsiteY14" fmla="*/ 802 h 3065737"/>
                <a:gd name="connsiteX15" fmla="*/ 848936 w 871241"/>
                <a:gd name="connsiteY15" fmla="*/ 802 h 306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71241" h="3065737">
                  <a:moveTo>
                    <a:pt x="848936" y="802"/>
                  </a:moveTo>
                  <a:cubicBezTo>
                    <a:pt x="630024" y="72592"/>
                    <a:pt x="447198" y="226128"/>
                    <a:pt x="315679" y="412878"/>
                  </a:cubicBezTo>
                  <a:cubicBezTo>
                    <a:pt x="166929" y="624036"/>
                    <a:pt x="86333" y="876068"/>
                    <a:pt x="42685" y="1128578"/>
                  </a:cubicBezTo>
                  <a:cubicBezTo>
                    <a:pt x="-2782" y="1391904"/>
                    <a:pt x="-15992" y="1663462"/>
                    <a:pt x="23062" y="1928415"/>
                  </a:cubicBezTo>
                  <a:cubicBezTo>
                    <a:pt x="58670" y="2170300"/>
                    <a:pt x="141276" y="2405964"/>
                    <a:pt x="281124" y="2607742"/>
                  </a:cubicBezTo>
                  <a:cubicBezTo>
                    <a:pt x="406805" y="2789036"/>
                    <a:pt x="576229" y="2942954"/>
                    <a:pt x="778390" y="3034080"/>
                  </a:cubicBezTo>
                  <a:cubicBezTo>
                    <a:pt x="803181" y="3045183"/>
                    <a:pt x="828260" y="3055425"/>
                    <a:pt x="853818" y="3064806"/>
                  </a:cubicBezTo>
                  <a:cubicBezTo>
                    <a:pt x="871238" y="3071123"/>
                    <a:pt x="878705" y="3043460"/>
                    <a:pt x="861476" y="3037143"/>
                  </a:cubicBezTo>
                  <a:cubicBezTo>
                    <a:pt x="656922" y="2962481"/>
                    <a:pt x="481657" y="2822634"/>
                    <a:pt x="348702" y="2651581"/>
                  </a:cubicBezTo>
                  <a:cubicBezTo>
                    <a:pt x="204452" y="2465884"/>
                    <a:pt x="113135" y="2245537"/>
                    <a:pt x="67284" y="2015808"/>
                  </a:cubicBezTo>
                  <a:cubicBezTo>
                    <a:pt x="15978" y="1758703"/>
                    <a:pt x="19712" y="1492218"/>
                    <a:pt x="55415" y="1233295"/>
                  </a:cubicBezTo>
                  <a:cubicBezTo>
                    <a:pt x="90449" y="978967"/>
                    <a:pt x="157645" y="724160"/>
                    <a:pt x="291366" y="502663"/>
                  </a:cubicBezTo>
                  <a:cubicBezTo>
                    <a:pt x="406421" y="312180"/>
                    <a:pt x="573261" y="148020"/>
                    <a:pt x="778677" y="58043"/>
                  </a:cubicBezTo>
                  <a:cubicBezTo>
                    <a:pt x="804138" y="46844"/>
                    <a:pt x="830175" y="37176"/>
                    <a:pt x="856594" y="28465"/>
                  </a:cubicBezTo>
                  <a:cubicBezTo>
                    <a:pt x="874014" y="22722"/>
                    <a:pt x="866548" y="-5037"/>
                    <a:pt x="848936" y="802"/>
                  </a:cubicBezTo>
                  <a:lnTo>
                    <a:pt x="848936" y="802"/>
                  </a:lnTo>
                  <a:close/>
                </a:path>
              </a:pathLst>
            </a:custGeom>
            <a:grpFill/>
            <a:ln w="95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32491F0-5784-171F-5C32-91B17D2F9DE5}"/>
                </a:ext>
              </a:extLst>
            </p:cNvPr>
            <p:cNvSpPr/>
            <p:nvPr/>
          </p:nvSpPr>
          <p:spPr>
            <a:xfrm>
              <a:off x="11617593" y="1529534"/>
              <a:ext cx="577468" cy="2048267"/>
            </a:xfrm>
            <a:custGeom>
              <a:avLst/>
              <a:gdLst>
                <a:gd name="connsiteX0" fmla="*/ 555454 w 577468"/>
                <a:gd name="connsiteY0" fmla="*/ 1322 h 2048267"/>
                <a:gd name="connsiteX1" fmla="*/ 219189 w 577468"/>
                <a:gd name="connsiteY1" fmla="*/ 274699 h 2048267"/>
                <a:gd name="connsiteX2" fmla="*/ 35215 w 577468"/>
                <a:gd name="connsiteY2" fmla="*/ 678064 h 2048267"/>
                <a:gd name="connsiteX3" fmla="*/ 10806 w 577468"/>
                <a:gd name="connsiteY3" fmla="*/ 1151591 h 2048267"/>
                <a:gd name="connsiteX4" fmla="*/ 162235 w 577468"/>
                <a:gd name="connsiteY4" fmla="*/ 1649432 h 2048267"/>
                <a:gd name="connsiteX5" fmla="*/ 300647 w 577468"/>
                <a:gd name="connsiteY5" fmla="*/ 1872269 h 2048267"/>
                <a:gd name="connsiteX6" fmla="*/ 485196 w 577468"/>
                <a:gd name="connsiteY6" fmla="*/ 2040545 h 2048267"/>
                <a:gd name="connsiteX7" fmla="*/ 543201 w 577468"/>
                <a:gd name="connsiteY7" fmla="*/ 2047915 h 2048267"/>
                <a:gd name="connsiteX8" fmla="*/ 543201 w 577468"/>
                <a:gd name="connsiteY8" fmla="*/ 2019199 h 2048267"/>
                <a:gd name="connsiteX9" fmla="*/ 350229 w 577468"/>
                <a:gd name="connsiteY9" fmla="*/ 1889690 h 2048267"/>
                <a:gd name="connsiteX10" fmla="*/ 209329 w 577468"/>
                <a:gd name="connsiteY10" fmla="*/ 1677574 h 2048267"/>
                <a:gd name="connsiteX11" fmla="*/ 45935 w 577468"/>
                <a:gd name="connsiteY11" fmla="*/ 1197441 h 2048267"/>
                <a:gd name="connsiteX12" fmla="*/ 52444 w 577468"/>
                <a:gd name="connsiteY12" fmla="*/ 732911 h 2048267"/>
                <a:gd name="connsiteX13" fmla="*/ 214019 w 577468"/>
                <a:gd name="connsiteY13" fmla="*/ 332035 h 2048267"/>
                <a:gd name="connsiteX14" fmla="*/ 520899 w 577468"/>
                <a:gd name="connsiteY14" fmla="*/ 49278 h 2048267"/>
                <a:gd name="connsiteX15" fmla="*/ 569812 w 577468"/>
                <a:gd name="connsiteY15" fmla="*/ 26113 h 2048267"/>
                <a:gd name="connsiteX16" fmla="*/ 555454 w 577468"/>
                <a:gd name="connsiteY16" fmla="*/ 1322 h 2048267"/>
                <a:gd name="connsiteX17" fmla="*/ 555454 w 577468"/>
                <a:gd name="connsiteY17" fmla="*/ 1322 h 2048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7468" h="2048267">
                  <a:moveTo>
                    <a:pt x="555454" y="1322"/>
                  </a:moveTo>
                  <a:cubicBezTo>
                    <a:pt x="420297" y="59615"/>
                    <a:pt x="306390" y="156867"/>
                    <a:pt x="219189" y="274699"/>
                  </a:cubicBezTo>
                  <a:cubicBezTo>
                    <a:pt x="130743" y="394253"/>
                    <a:pt x="70152" y="533909"/>
                    <a:pt x="35215" y="678064"/>
                  </a:cubicBezTo>
                  <a:cubicBezTo>
                    <a:pt x="-2308" y="833035"/>
                    <a:pt x="-8817" y="993557"/>
                    <a:pt x="10806" y="1151591"/>
                  </a:cubicBezTo>
                  <a:cubicBezTo>
                    <a:pt x="32247" y="1324749"/>
                    <a:pt x="83649" y="1493600"/>
                    <a:pt x="162235" y="1649432"/>
                  </a:cubicBezTo>
                  <a:cubicBezTo>
                    <a:pt x="201672" y="1727635"/>
                    <a:pt x="248001" y="1802297"/>
                    <a:pt x="300647" y="1872269"/>
                  </a:cubicBezTo>
                  <a:cubicBezTo>
                    <a:pt x="349368" y="1936975"/>
                    <a:pt x="405268" y="2013647"/>
                    <a:pt x="485196" y="2040545"/>
                  </a:cubicBezTo>
                  <a:cubicBezTo>
                    <a:pt x="503765" y="2046767"/>
                    <a:pt x="523674" y="2049255"/>
                    <a:pt x="543201" y="2047915"/>
                  </a:cubicBezTo>
                  <a:cubicBezTo>
                    <a:pt x="561484" y="2046575"/>
                    <a:pt x="561676" y="2017859"/>
                    <a:pt x="543201" y="2019199"/>
                  </a:cubicBezTo>
                  <a:cubicBezTo>
                    <a:pt x="459255" y="2025134"/>
                    <a:pt x="397420" y="1948558"/>
                    <a:pt x="350229" y="1889690"/>
                  </a:cubicBezTo>
                  <a:cubicBezTo>
                    <a:pt x="297009" y="1823451"/>
                    <a:pt x="250010" y="1752140"/>
                    <a:pt x="209329" y="1677574"/>
                  </a:cubicBezTo>
                  <a:cubicBezTo>
                    <a:pt x="127967" y="1528442"/>
                    <a:pt x="72545" y="1365239"/>
                    <a:pt x="45935" y="1197441"/>
                  </a:cubicBezTo>
                  <a:cubicBezTo>
                    <a:pt x="21526" y="1043715"/>
                    <a:pt x="21718" y="885681"/>
                    <a:pt x="52444" y="732911"/>
                  </a:cubicBezTo>
                  <a:cubicBezTo>
                    <a:pt x="80968" y="590862"/>
                    <a:pt x="134093" y="453121"/>
                    <a:pt x="214019" y="332035"/>
                  </a:cubicBezTo>
                  <a:cubicBezTo>
                    <a:pt x="291553" y="214586"/>
                    <a:pt x="395506" y="114272"/>
                    <a:pt x="520899" y="49278"/>
                  </a:cubicBezTo>
                  <a:cubicBezTo>
                    <a:pt x="536884" y="40950"/>
                    <a:pt x="553252" y="33292"/>
                    <a:pt x="569812" y="26113"/>
                  </a:cubicBezTo>
                  <a:cubicBezTo>
                    <a:pt x="586946" y="18839"/>
                    <a:pt x="572301" y="-5953"/>
                    <a:pt x="555454" y="1322"/>
                  </a:cubicBezTo>
                  <a:lnTo>
                    <a:pt x="555454" y="1322"/>
                  </a:lnTo>
                  <a:close/>
                </a:path>
              </a:pathLst>
            </a:custGeom>
            <a:grpFill/>
            <a:ln w="95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29C8368-1621-50E7-D1FA-62338037F689}"/>
              </a:ext>
            </a:extLst>
          </p:cNvPr>
          <p:cNvGrpSpPr/>
          <p:nvPr userDrawn="1"/>
        </p:nvGrpSpPr>
        <p:grpSpPr>
          <a:xfrm>
            <a:off x="-50229" y="-74467"/>
            <a:ext cx="3316071" cy="1446776"/>
            <a:chOff x="-50229" y="-74467"/>
            <a:chExt cx="3316071" cy="144677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414BF2A-A27B-3E90-38F4-34890966B0ED}"/>
                </a:ext>
              </a:extLst>
            </p:cNvPr>
            <p:cNvSpPr/>
            <p:nvPr userDrawn="1"/>
          </p:nvSpPr>
          <p:spPr>
            <a:xfrm>
              <a:off x="-43815" y="-55227"/>
              <a:ext cx="3309657" cy="1427536"/>
            </a:xfrm>
            <a:custGeom>
              <a:avLst/>
              <a:gdLst>
                <a:gd name="connsiteX0" fmla="*/ 3294115 w 3309657"/>
                <a:gd name="connsiteY0" fmla="*/ 0 h 1427536"/>
                <a:gd name="connsiteX1" fmla="*/ 2940907 w 3309657"/>
                <a:gd name="connsiteY1" fmla="*/ 796201 h 1427536"/>
                <a:gd name="connsiteX2" fmla="*/ 1701618 w 3309657"/>
                <a:gd name="connsiteY2" fmla="*/ 1425465 h 1427536"/>
                <a:gd name="connsiteX3" fmla="*/ 0 w 3309657"/>
                <a:gd name="connsiteY3" fmla="*/ 770548 h 142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09657" h="1427536">
                  <a:moveTo>
                    <a:pt x="3294115" y="0"/>
                  </a:moveTo>
                  <a:cubicBezTo>
                    <a:pt x="3294115" y="0"/>
                    <a:pt x="3422571" y="565036"/>
                    <a:pt x="2940907" y="796201"/>
                  </a:cubicBezTo>
                  <a:cubicBezTo>
                    <a:pt x="2459243" y="1027365"/>
                    <a:pt x="2536394" y="1380572"/>
                    <a:pt x="1701618" y="1425465"/>
                  </a:cubicBezTo>
                  <a:cubicBezTo>
                    <a:pt x="866842" y="1470358"/>
                    <a:pt x="0" y="770548"/>
                    <a:pt x="0" y="770548"/>
                  </a:cubicBezTo>
                </a:path>
              </a:pathLst>
            </a:custGeom>
            <a:noFill/>
            <a:ln w="19139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A3AF46-7F93-E04C-AE4F-AE4AF2B7D562}"/>
                </a:ext>
              </a:extLst>
            </p:cNvPr>
            <p:cNvSpPr/>
            <p:nvPr userDrawn="1"/>
          </p:nvSpPr>
          <p:spPr>
            <a:xfrm>
              <a:off x="-50229" y="-55131"/>
              <a:ext cx="2966185" cy="1042224"/>
            </a:xfrm>
            <a:custGeom>
              <a:avLst/>
              <a:gdLst>
                <a:gd name="connsiteX0" fmla="*/ 0 w 2966185"/>
                <a:gd name="connsiteY0" fmla="*/ 57719 h 1042224"/>
                <a:gd name="connsiteX1" fmla="*/ 391687 w 2966185"/>
                <a:gd name="connsiteY1" fmla="*/ 288884 h 1042224"/>
                <a:gd name="connsiteX2" fmla="*/ 1830074 w 2966185"/>
                <a:gd name="connsiteY2" fmla="*/ 1040191 h 1042224"/>
                <a:gd name="connsiteX3" fmla="*/ 2953829 w 2966185"/>
                <a:gd name="connsiteY3" fmla="*/ 0 h 1042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6185" h="1042224">
                  <a:moveTo>
                    <a:pt x="0" y="57719"/>
                  </a:moveTo>
                  <a:cubicBezTo>
                    <a:pt x="0" y="57719"/>
                    <a:pt x="192589" y="218242"/>
                    <a:pt x="391687" y="288884"/>
                  </a:cubicBezTo>
                  <a:cubicBezTo>
                    <a:pt x="590785" y="359525"/>
                    <a:pt x="1085180" y="1001616"/>
                    <a:pt x="1830074" y="1040191"/>
                  </a:cubicBezTo>
                  <a:cubicBezTo>
                    <a:pt x="2574969" y="1078671"/>
                    <a:pt x="3050124" y="565036"/>
                    <a:pt x="2953829" y="0"/>
                  </a:cubicBezTo>
                </a:path>
              </a:pathLst>
            </a:custGeom>
            <a:noFill/>
            <a:ln w="19139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36637F4-05B0-0734-E9F3-6246154917E1}"/>
                </a:ext>
              </a:extLst>
            </p:cNvPr>
            <p:cNvSpPr/>
            <p:nvPr userDrawn="1"/>
          </p:nvSpPr>
          <p:spPr>
            <a:xfrm>
              <a:off x="110293" y="-74467"/>
              <a:ext cx="2863852" cy="834797"/>
            </a:xfrm>
            <a:custGeom>
              <a:avLst/>
              <a:gdLst>
                <a:gd name="connsiteX0" fmla="*/ 2863852 w 2863852"/>
                <a:gd name="connsiteY0" fmla="*/ 0 h 834797"/>
                <a:gd name="connsiteX1" fmla="*/ 2170360 w 2863852"/>
                <a:gd name="connsiteY1" fmla="*/ 796201 h 834797"/>
                <a:gd name="connsiteX2" fmla="*/ 1053114 w 2863852"/>
                <a:gd name="connsiteY2" fmla="*/ 764134 h 834797"/>
                <a:gd name="connsiteX3" fmla="*/ 0 w 2863852"/>
                <a:gd name="connsiteY3" fmla="*/ 6413 h 834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3852" h="834797">
                  <a:moveTo>
                    <a:pt x="2863852" y="0"/>
                  </a:moveTo>
                  <a:cubicBezTo>
                    <a:pt x="2863852" y="0"/>
                    <a:pt x="2780384" y="693493"/>
                    <a:pt x="2170360" y="796201"/>
                  </a:cubicBezTo>
                  <a:cubicBezTo>
                    <a:pt x="1560335" y="898908"/>
                    <a:pt x="1245703" y="764134"/>
                    <a:pt x="1053114" y="764134"/>
                  </a:cubicBezTo>
                  <a:cubicBezTo>
                    <a:pt x="860525" y="764134"/>
                    <a:pt x="250404" y="597198"/>
                    <a:pt x="0" y="6413"/>
                  </a:cubicBezTo>
                </a:path>
              </a:pathLst>
            </a:custGeom>
            <a:noFill/>
            <a:ln w="19139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EA270FF-E9B8-C8E6-C7E2-558AF36BD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3864" y="529946"/>
            <a:ext cx="8098536" cy="5648911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2pPr>
            <a:lvl3pPr marL="9144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3pPr>
            <a:lvl4pPr marL="13716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EF92FDEE-B92B-9668-C5EF-40D7CE40C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8" y="525782"/>
            <a:ext cx="2743199" cy="5653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D428875A-411D-6DF1-3592-A92D01C070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777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fld id="{CA2C1983-85E7-45E2-ABAC-BABAC97AF800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467FAAAD-F998-E00E-816D-9A9B9E084D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479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Slide Number Placeholder 8">
            <a:extLst>
              <a:ext uri="{FF2B5EF4-FFF2-40B4-BE49-F238E27FC236}">
                <a16:creationId xmlns:a16="http://schemas.microsoft.com/office/drawing/2014/main" id="{FC812DEB-FCDF-3258-6B25-916B893364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39394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raphic 7">
            <a:extLst>
              <a:ext uri="{FF2B5EF4-FFF2-40B4-BE49-F238E27FC236}">
                <a16:creationId xmlns:a16="http://schemas.microsoft.com/office/drawing/2014/main" id="{AC631533-E61D-F455-255A-15C886AA0EB3}"/>
              </a:ext>
            </a:extLst>
          </p:cNvPr>
          <p:cNvSpPr/>
          <p:nvPr userDrawn="1"/>
        </p:nvSpPr>
        <p:spPr>
          <a:xfrm>
            <a:off x="-20320" y="-9825"/>
            <a:ext cx="3383818" cy="1546378"/>
          </a:xfrm>
          <a:custGeom>
            <a:avLst/>
            <a:gdLst>
              <a:gd name="connsiteX0" fmla="*/ 3383819 w 3383818"/>
              <a:gd name="connsiteY0" fmla="*/ 20736 h 1546378"/>
              <a:gd name="connsiteX1" fmla="*/ 1829127 w 3383818"/>
              <a:gd name="connsiteY1" fmla="*/ 847961 h 1546378"/>
              <a:gd name="connsiteX2" fmla="*/ 0 w 3383818"/>
              <a:gd name="connsiteY2" fmla="*/ 1546378 h 1546378"/>
              <a:gd name="connsiteX3" fmla="*/ 16627 w 3383818"/>
              <a:gd name="connsiteY3" fmla="*/ 0 h 1546378"/>
              <a:gd name="connsiteX4" fmla="*/ 3383819 w 3383818"/>
              <a:gd name="connsiteY4" fmla="*/ 20736 h 1546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83818" h="1546378">
                <a:moveTo>
                  <a:pt x="3383819" y="20736"/>
                </a:moveTo>
                <a:cubicBezTo>
                  <a:pt x="3383819" y="20736"/>
                  <a:pt x="3308999" y="864588"/>
                  <a:pt x="1829127" y="847961"/>
                </a:cubicBezTo>
                <a:cubicBezTo>
                  <a:pt x="349256" y="831335"/>
                  <a:pt x="0" y="1546378"/>
                  <a:pt x="0" y="1546378"/>
                </a:cubicBezTo>
                <a:lnTo>
                  <a:pt x="16627" y="0"/>
                </a:lnTo>
                <a:lnTo>
                  <a:pt x="3383819" y="20736"/>
                </a:lnTo>
                <a:close/>
              </a:path>
            </a:pathLst>
          </a:custGeom>
          <a:solidFill>
            <a:schemeClr val="accent2"/>
          </a:solidFill>
          <a:ln w="95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Graphic 7">
            <a:extLst>
              <a:ext uri="{FF2B5EF4-FFF2-40B4-BE49-F238E27FC236}">
                <a16:creationId xmlns:a16="http://schemas.microsoft.com/office/drawing/2014/main" id="{FC8DBE43-455F-C971-E791-6BEE27430AD8}"/>
              </a:ext>
            </a:extLst>
          </p:cNvPr>
          <p:cNvSpPr/>
          <p:nvPr userDrawn="1"/>
        </p:nvSpPr>
        <p:spPr>
          <a:xfrm>
            <a:off x="468539" y="714123"/>
            <a:ext cx="1023108" cy="870371"/>
          </a:xfrm>
          <a:custGeom>
            <a:avLst/>
            <a:gdLst>
              <a:gd name="connsiteX0" fmla="*/ 41466 w 1023108"/>
              <a:gd name="connsiteY0" fmla="*/ 321681 h 870371"/>
              <a:gd name="connsiteX1" fmla="*/ 521729 w 1023108"/>
              <a:gd name="connsiteY1" fmla="*/ 12367 h 870371"/>
              <a:gd name="connsiteX2" fmla="*/ 969408 w 1023108"/>
              <a:gd name="connsiteY2" fmla="*/ 541459 h 870371"/>
              <a:gd name="connsiteX3" fmla="*/ 432194 w 1023108"/>
              <a:gd name="connsiteY3" fmla="*/ 858895 h 870371"/>
              <a:gd name="connsiteX4" fmla="*/ 41466 w 1023108"/>
              <a:gd name="connsiteY4" fmla="*/ 321681 h 870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3108" h="870371">
                <a:moveTo>
                  <a:pt x="41466" y="321681"/>
                </a:moveTo>
                <a:cubicBezTo>
                  <a:pt x="69751" y="210072"/>
                  <a:pt x="57711" y="-60828"/>
                  <a:pt x="521729" y="12367"/>
                </a:cubicBezTo>
                <a:cubicBezTo>
                  <a:pt x="985748" y="85563"/>
                  <a:pt x="1107772" y="329803"/>
                  <a:pt x="969408" y="541459"/>
                </a:cubicBezTo>
                <a:cubicBezTo>
                  <a:pt x="831043" y="753115"/>
                  <a:pt x="700801" y="915847"/>
                  <a:pt x="432194" y="858895"/>
                </a:cubicBezTo>
                <a:cubicBezTo>
                  <a:pt x="163491" y="801944"/>
                  <a:pt x="-105116" y="899602"/>
                  <a:pt x="41466" y="321681"/>
                </a:cubicBezTo>
                <a:close/>
              </a:path>
            </a:pathLst>
          </a:custGeom>
          <a:solidFill>
            <a:srgbClr val="EAD06A"/>
          </a:solidFill>
          <a:ln w="95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5B4D412E-4C13-7220-5F64-787081C08AFD}"/>
              </a:ext>
            </a:extLst>
          </p:cNvPr>
          <p:cNvSpPr/>
          <p:nvPr userDrawn="1"/>
        </p:nvSpPr>
        <p:spPr>
          <a:xfrm>
            <a:off x="-103509" y="5107420"/>
            <a:ext cx="1766251" cy="1750580"/>
          </a:xfrm>
          <a:custGeom>
            <a:avLst/>
            <a:gdLst>
              <a:gd name="connsiteX0" fmla="*/ 1766252 w 1766251"/>
              <a:gd name="connsiteY0" fmla="*/ 1750580 h 1750580"/>
              <a:gd name="connsiteX1" fmla="*/ 1210595 w 1766251"/>
              <a:gd name="connsiteY1" fmla="*/ 1296786 h 1750580"/>
              <a:gd name="connsiteX2" fmla="*/ 616048 w 1766251"/>
              <a:gd name="connsiteY2" fmla="*/ 930330 h 1750580"/>
              <a:gd name="connsiteX3" fmla="*/ 429045 w 1766251"/>
              <a:gd name="connsiteY3" fmla="*/ 351549 h 1750580"/>
              <a:gd name="connsiteX4" fmla="*/ 0 w 1766251"/>
              <a:gd name="connsiteY4" fmla="*/ 0 h 1750580"/>
              <a:gd name="connsiteX5" fmla="*/ 0 w 1766251"/>
              <a:gd name="connsiteY5" fmla="*/ 1748956 h 1750580"/>
              <a:gd name="connsiteX6" fmla="*/ 1766252 w 1766251"/>
              <a:gd name="connsiteY6" fmla="*/ 1750580 h 175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66251" h="1750580">
                <a:moveTo>
                  <a:pt x="1766252" y="1750580"/>
                </a:moveTo>
                <a:cubicBezTo>
                  <a:pt x="1681972" y="1528604"/>
                  <a:pt x="1433718" y="1378009"/>
                  <a:pt x="1210595" y="1296786"/>
                </a:cubicBezTo>
                <a:cubicBezTo>
                  <a:pt x="987473" y="1215564"/>
                  <a:pt x="742086" y="1131571"/>
                  <a:pt x="616048" y="930330"/>
                </a:cubicBezTo>
                <a:cubicBezTo>
                  <a:pt x="507974" y="757852"/>
                  <a:pt x="513612" y="536736"/>
                  <a:pt x="429045" y="351549"/>
                </a:cubicBezTo>
                <a:cubicBezTo>
                  <a:pt x="351645" y="181938"/>
                  <a:pt x="179836" y="49115"/>
                  <a:pt x="0" y="0"/>
                </a:cubicBezTo>
                <a:lnTo>
                  <a:pt x="0" y="1748956"/>
                </a:lnTo>
                <a:lnTo>
                  <a:pt x="1766252" y="1750580"/>
                </a:lnTo>
                <a:close/>
              </a:path>
            </a:pathLst>
          </a:custGeom>
          <a:solidFill>
            <a:schemeClr val="accent5"/>
          </a:solidFill>
          <a:ln w="95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19DF585-8183-E7DF-B2FF-78A2E1FE0F51}"/>
              </a:ext>
            </a:extLst>
          </p:cNvPr>
          <p:cNvGrpSpPr/>
          <p:nvPr userDrawn="1"/>
        </p:nvGrpSpPr>
        <p:grpSpPr>
          <a:xfrm>
            <a:off x="-99718" y="5407548"/>
            <a:ext cx="2003538" cy="1446734"/>
            <a:chOff x="-99718" y="5407548"/>
            <a:chExt cx="2003538" cy="1446734"/>
          </a:xfrm>
        </p:grpSpPr>
        <p:sp>
          <p:nvSpPr>
            <p:cNvPr id="20" name="Graphic 7">
              <a:extLst>
                <a:ext uri="{FF2B5EF4-FFF2-40B4-BE49-F238E27FC236}">
                  <a16:creationId xmlns:a16="http://schemas.microsoft.com/office/drawing/2014/main" id="{A5163DE8-80AE-E690-8D36-C070950F21A3}"/>
                </a:ext>
              </a:extLst>
            </p:cNvPr>
            <p:cNvSpPr/>
            <p:nvPr userDrawn="1"/>
          </p:nvSpPr>
          <p:spPr>
            <a:xfrm>
              <a:off x="-99718" y="5407548"/>
              <a:ext cx="2003538" cy="1446734"/>
            </a:xfrm>
            <a:custGeom>
              <a:avLst/>
              <a:gdLst>
                <a:gd name="connsiteX0" fmla="*/ 0 w 2003538"/>
                <a:gd name="connsiteY0" fmla="*/ 615591 h 1446734"/>
                <a:gd name="connsiteX1" fmla="*/ 726797 w 2003538"/>
                <a:gd name="connsiteY1" fmla="*/ 1932 h 1446734"/>
                <a:gd name="connsiteX2" fmla="*/ 1875663 w 2003538"/>
                <a:gd name="connsiteY2" fmla="*/ 498057 h 1446734"/>
                <a:gd name="connsiteX3" fmla="*/ 1923536 w 2003538"/>
                <a:gd name="connsiteY3" fmla="*/ 1446734 h 1446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538" h="1446734">
                  <a:moveTo>
                    <a:pt x="0" y="615591"/>
                  </a:moveTo>
                  <a:cubicBezTo>
                    <a:pt x="0" y="615591"/>
                    <a:pt x="365596" y="28115"/>
                    <a:pt x="726797" y="1932"/>
                  </a:cubicBezTo>
                  <a:cubicBezTo>
                    <a:pt x="1087997" y="-24250"/>
                    <a:pt x="1719047" y="219512"/>
                    <a:pt x="1875663" y="498057"/>
                  </a:cubicBezTo>
                  <a:cubicBezTo>
                    <a:pt x="2032374" y="776603"/>
                    <a:pt x="2041070" y="1242245"/>
                    <a:pt x="1923536" y="1446734"/>
                  </a:cubicBezTo>
                </a:path>
              </a:pathLst>
            </a:custGeom>
            <a:noFill/>
            <a:ln w="8884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Graphic 7">
              <a:extLst>
                <a:ext uri="{FF2B5EF4-FFF2-40B4-BE49-F238E27FC236}">
                  <a16:creationId xmlns:a16="http://schemas.microsoft.com/office/drawing/2014/main" id="{77139D90-F306-3398-9EF5-78CAE45A57F5}"/>
                </a:ext>
              </a:extLst>
            </p:cNvPr>
            <p:cNvSpPr/>
            <p:nvPr userDrawn="1"/>
          </p:nvSpPr>
          <p:spPr>
            <a:xfrm>
              <a:off x="-98253" y="5480366"/>
              <a:ext cx="1977109" cy="1365412"/>
            </a:xfrm>
            <a:custGeom>
              <a:avLst/>
              <a:gdLst>
                <a:gd name="connsiteX0" fmla="*/ 0 w 1977109"/>
                <a:gd name="connsiteY0" fmla="*/ 460118 h 1365412"/>
                <a:gd name="connsiteX1" fmla="*/ 783366 w 1977109"/>
                <a:gd name="connsiteY1" fmla="*/ 7566 h 1365412"/>
                <a:gd name="connsiteX2" fmla="*/ 1827790 w 1977109"/>
                <a:gd name="connsiteY2" fmla="*/ 316593 h 1365412"/>
                <a:gd name="connsiteX3" fmla="*/ 1975710 w 1977109"/>
                <a:gd name="connsiteY3" fmla="*/ 1365413 h 1365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7109" h="1365412">
                  <a:moveTo>
                    <a:pt x="0" y="460118"/>
                  </a:moveTo>
                  <a:cubicBezTo>
                    <a:pt x="0" y="460118"/>
                    <a:pt x="291540" y="29257"/>
                    <a:pt x="783366" y="7566"/>
                  </a:cubicBezTo>
                  <a:cubicBezTo>
                    <a:pt x="1275095" y="-14221"/>
                    <a:pt x="1653783" y="-9826"/>
                    <a:pt x="1827790" y="316593"/>
                  </a:cubicBezTo>
                  <a:cubicBezTo>
                    <a:pt x="2001892" y="643011"/>
                    <a:pt x="1975710" y="1365413"/>
                    <a:pt x="1975710" y="1365413"/>
                  </a:cubicBezTo>
                </a:path>
              </a:pathLst>
            </a:custGeom>
            <a:noFill/>
            <a:ln w="8884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2" name="Graphic 7">
            <a:extLst>
              <a:ext uri="{FF2B5EF4-FFF2-40B4-BE49-F238E27FC236}">
                <a16:creationId xmlns:a16="http://schemas.microsoft.com/office/drawing/2014/main" id="{F4E8B8AF-6A42-1D39-188F-A56A6FCCE9A3}"/>
              </a:ext>
            </a:extLst>
          </p:cNvPr>
          <p:cNvGrpSpPr/>
          <p:nvPr userDrawn="1"/>
        </p:nvGrpSpPr>
        <p:grpSpPr>
          <a:xfrm>
            <a:off x="-1933" y="-60346"/>
            <a:ext cx="2787264" cy="1229765"/>
            <a:chOff x="57950" y="-88231"/>
            <a:chExt cx="2787264" cy="1229765"/>
          </a:xfrm>
          <a:noFill/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122B38B-1956-D8F9-3B61-7F80A96E7F38}"/>
                </a:ext>
              </a:extLst>
            </p:cNvPr>
            <p:cNvSpPr/>
            <p:nvPr/>
          </p:nvSpPr>
          <p:spPr>
            <a:xfrm>
              <a:off x="152837" y="-88231"/>
              <a:ext cx="1692864" cy="493538"/>
            </a:xfrm>
            <a:custGeom>
              <a:avLst/>
              <a:gdLst>
                <a:gd name="connsiteX0" fmla="*/ 1692865 w 1692864"/>
                <a:gd name="connsiteY0" fmla="*/ 0 h 493538"/>
                <a:gd name="connsiteX1" fmla="*/ 1282931 w 1692864"/>
                <a:gd name="connsiteY1" fmla="*/ 470707 h 493538"/>
                <a:gd name="connsiteX2" fmla="*/ 622450 w 1692864"/>
                <a:gd name="connsiteY2" fmla="*/ 451692 h 493538"/>
                <a:gd name="connsiteX3" fmla="*/ 0 w 1692864"/>
                <a:gd name="connsiteY3" fmla="*/ 3822 h 49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2864" h="493538">
                  <a:moveTo>
                    <a:pt x="1692865" y="0"/>
                  </a:moveTo>
                  <a:cubicBezTo>
                    <a:pt x="1692865" y="0"/>
                    <a:pt x="1643558" y="409934"/>
                    <a:pt x="1282931" y="470707"/>
                  </a:cubicBezTo>
                  <a:cubicBezTo>
                    <a:pt x="922304" y="531481"/>
                    <a:pt x="736352" y="451692"/>
                    <a:pt x="622450" y="451692"/>
                  </a:cubicBezTo>
                  <a:cubicBezTo>
                    <a:pt x="508547" y="451692"/>
                    <a:pt x="148111" y="352983"/>
                    <a:pt x="0" y="3822"/>
                  </a:cubicBezTo>
                </a:path>
              </a:pathLst>
            </a:custGeom>
            <a:noFill/>
            <a:ln w="11316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D76245B-2618-055E-1BA1-7EC42F4DFCF0}"/>
                </a:ext>
              </a:extLst>
            </p:cNvPr>
            <p:cNvSpPr/>
            <p:nvPr/>
          </p:nvSpPr>
          <p:spPr>
            <a:xfrm>
              <a:off x="57950" y="-76764"/>
              <a:ext cx="1753305" cy="616102"/>
            </a:xfrm>
            <a:custGeom>
              <a:avLst/>
              <a:gdLst>
                <a:gd name="connsiteX0" fmla="*/ 0 w 1753305"/>
                <a:gd name="connsiteY0" fmla="*/ 34113 h 616102"/>
                <a:gd name="connsiteX1" fmla="*/ 231531 w 1753305"/>
                <a:gd name="connsiteY1" fmla="*/ 170758 h 616102"/>
                <a:gd name="connsiteX2" fmla="*/ 1081786 w 1753305"/>
                <a:gd name="connsiteY2" fmla="*/ 614901 h 616102"/>
                <a:gd name="connsiteX3" fmla="*/ 1745994 w 1753305"/>
                <a:gd name="connsiteY3" fmla="*/ 0 h 616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53305" h="616102">
                  <a:moveTo>
                    <a:pt x="0" y="34113"/>
                  </a:moveTo>
                  <a:cubicBezTo>
                    <a:pt x="0" y="34113"/>
                    <a:pt x="113902" y="129000"/>
                    <a:pt x="231531" y="170758"/>
                  </a:cubicBezTo>
                  <a:cubicBezTo>
                    <a:pt x="349161" y="212516"/>
                    <a:pt x="641465" y="592063"/>
                    <a:pt x="1081786" y="614901"/>
                  </a:cubicBezTo>
                  <a:cubicBezTo>
                    <a:pt x="1522107" y="637643"/>
                    <a:pt x="1802945" y="334063"/>
                    <a:pt x="1745994" y="0"/>
                  </a:cubicBezTo>
                </a:path>
              </a:pathLst>
            </a:custGeom>
            <a:noFill/>
            <a:ln w="11316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D064D24-9434-588F-768F-1FF834B61DB0}"/>
                </a:ext>
              </a:extLst>
            </p:cNvPr>
            <p:cNvSpPr/>
            <p:nvPr/>
          </p:nvSpPr>
          <p:spPr>
            <a:xfrm>
              <a:off x="61773" y="-76859"/>
              <a:ext cx="1956407" cy="843932"/>
            </a:xfrm>
            <a:custGeom>
              <a:avLst/>
              <a:gdLst>
                <a:gd name="connsiteX0" fmla="*/ 1947234 w 1956407"/>
                <a:gd name="connsiteY0" fmla="*/ 0 h 843932"/>
                <a:gd name="connsiteX1" fmla="*/ 1738445 w 1956407"/>
                <a:gd name="connsiteY1" fmla="*/ 470707 h 843932"/>
                <a:gd name="connsiteX2" fmla="*/ 1005915 w 1956407"/>
                <a:gd name="connsiteY2" fmla="*/ 842706 h 843932"/>
                <a:gd name="connsiteX3" fmla="*/ 0 w 1956407"/>
                <a:gd name="connsiteY3" fmla="*/ 455514 h 843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56407" h="843932">
                  <a:moveTo>
                    <a:pt x="1947234" y="0"/>
                  </a:moveTo>
                  <a:cubicBezTo>
                    <a:pt x="1947234" y="0"/>
                    <a:pt x="2023105" y="334063"/>
                    <a:pt x="1738445" y="470707"/>
                  </a:cubicBezTo>
                  <a:cubicBezTo>
                    <a:pt x="1453784" y="607352"/>
                    <a:pt x="1499269" y="816141"/>
                    <a:pt x="1005915" y="842706"/>
                  </a:cubicBezTo>
                  <a:cubicBezTo>
                    <a:pt x="512561" y="869270"/>
                    <a:pt x="0" y="455514"/>
                    <a:pt x="0" y="455514"/>
                  </a:cubicBezTo>
                </a:path>
              </a:pathLst>
            </a:custGeom>
            <a:noFill/>
            <a:ln w="11316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DC49CA4-0FB9-63B6-F631-4558F7290F28}"/>
                </a:ext>
              </a:extLst>
            </p:cNvPr>
            <p:cNvSpPr/>
            <p:nvPr/>
          </p:nvSpPr>
          <p:spPr>
            <a:xfrm>
              <a:off x="57950" y="-85651"/>
              <a:ext cx="2787264" cy="1227185"/>
            </a:xfrm>
            <a:custGeom>
              <a:avLst/>
              <a:gdLst>
                <a:gd name="connsiteX0" fmla="*/ 0 w 2787264"/>
                <a:gd name="connsiteY0" fmla="*/ 1064013 h 1227185"/>
                <a:gd name="connsiteX1" fmla="*/ 2787264 w 2787264"/>
                <a:gd name="connsiteY1" fmla="*/ 0 h 122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87264" h="1227185">
                  <a:moveTo>
                    <a:pt x="0" y="1064013"/>
                  </a:moveTo>
                  <a:cubicBezTo>
                    <a:pt x="0" y="1064013"/>
                    <a:pt x="1876332" y="1842123"/>
                    <a:pt x="2787264" y="0"/>
                  </a:cubicBezTo>
                </a:path>
              </a:pathLst>
            </a:custGeom>
            <a:noFill/>
            <a:ln w="11316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BF4999E5-9211-E194-AB37-B63CDAB0C3FA}"/>
              </a:ext>
            </a:extLst>
          </p:cNvPr>
          <p:cNvSpPr/>
          <p:nvPr userDrawn="1"/>
        </p:nvSpPr>
        <p:spPr>
          <a:xfrm flipV="1">
            <a:off x="7454319" y="-16636"/>
            <a:ext cx="4737681" cy="2934200"/>
          </a:xfrm>
          <a:custGeom>
            <a:avLst/>
            <a:gdLst>
              <a:gd name="connsiteX0" fmla="*/ 204496 w 4737681"/>
              <a:gd name="connsiteY0" fmla="*/ 2934200 h 2934200"/>
              <a:gd name="connsiteX1" fmla="*/ 231266 w 4737681"/>
              <a:gd name="connsiteY1" fmla="*/ 1993755 h 2934200"/>
              <a:gd name="connsiteX2" fmla="*/ 1361937 w 4737681"/>
              <a:gd name="connsiteY2" fmla="*/ 1973986 h 2934200"/>
              <a:gd name="connsiteX3" fmla="*/ 2886778 w 4737681"/>
              <a:gd name="connsiteY3" fmla="*/ 1240321 h 2934200"/>
              <a:gd name="connsiteX4" fmla="*/ 3329663 w 4737681"/>
              <a:gd name="connsiteY4" fmla="*/ 490671 h 2934200"/>
              <a:gd name="connsiteX5" fmla="*/ 4737682 w 4737681"/>
              <a:gd name="connsiteY5" fmla="*/ 1151 h 2934200"/>
              <a:gd name="connsiteX6" fmla="*/ 4737682 w 4737681"/>
              <a:gd name="connsiteY6" fmla="*/ 2934200 h 2934200"/>
              <a:gd name="connsiteX7" fmla="*/ 204496 w 4737681"/>
              <a:gd name="connsiteY7" fmla="*/ 2934200 h 2934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37681" h="2934200">
                <a:moveTo>
                  <a:pt x="204496" y="2934200"/>
                </a:moveTo>
                <a:cubicBezTo>
                  <a:pt x="-82499" y="2725906"/>
                  <a:pt x="-61784" y="2193441"/>
                  <a:pt x="231266" y="1993755"/>
                </a:cubicBezTo>
                <a:cubicBezTo>
                  <a:pt x="550802" y="1776096"/>
                  <a:pt x="976943" y="1938040"/>
                  <a:pt x="1361937" y="1973986"/>
                </a:cubicBezTo>
                <a:cubicBezTo>
                  <a:pt x="1952009" y="2029039"/>
                  <a:pt x="2561567" y="1735800"/>
                  <a:pt x="2886778" y="1240321"/>
                </a:cubicBezTo>
                <a:cubicBezTo>
                  <a:pt x="3046357" y="997217"/>
                  <a:pt x="3141234" y="712113"/>
                  <a:pt x="3329663" y="490671"/>
                </a:cubicBezTo>
                <a:cubicBezTo>
                  <a:pt x="3655253" y="108042"/>
                  <a:pt x="4235487" y="-13416"/>
                  <a:pt x="4737682" y="1151"/>
                </a:cubicBezTo>
                <a:lnTo>
                  <a:pt x="4737682" y="2934200"/>
                </a:lnTo>
                <a:lnTo>
                  <a:pt x="204496" y="2934200"/>
                </a:lnTo>
                <a:close/>
              </a:path>
            </a:pathLst>
          </a:custGeom>
          <a:solidFill>
            <a:schemeClr val="accent1"/>
          </a:solidFill>
          <a:ln w="9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24279AFA-BA37-1975-25D5-F9C7F7BE5784}"/>
              </a:ext>
            </a:extLst>
          </p:cNvPr>
          <p:cNvSpPr/>
          <p:nvPr userDrawn="1"/>
        </p:nvSpPr>
        <p:spPr>
          <a:xfrm flipV="1">
            <a:off x="9898838" y="963113"/>
            <a:ext cx="469782" cy="545190"/>
          </a:xfrm>
          <a:custGeom>
            <a:avLst/>
            <a:gdLst>
              <a:gd name="connsiteX0" fmla="*/ 400670 w 469782"/>
              <a:gd name="connsiteY0" fmla="*/ 70947 h 545190"/>
              <a:gd name="connsiteX1" fmla="*/ 144393 w 469782"/>
              <a:gd name="connsiteY1" fmla="*/ 16442 h 545190"/>
              <a:gd name="connsiteX2" fmla="*/ 36799 w 469782"/>
              <a:gd name="connsiteY2" fmla="*/ 107599 h 545190"/>
              <a:gd name="connsiteX3" fmla="*/ 242 w 469782"/>
              <a:gd name="connsiteY3" fmla="*/ 278010 h 545190"/>
              <a:gd name="connsiteX4" fmla="*/ 140142 w 469782"/>
              <a:gd name="connsiteY4" fmla="*/ 542411 h 545190"/>
              <a:gd name="connsiteX5" fmla="*/ 318487 w 469782"/>
              <a:gd name="connsiteY5" fmla="*/ 494330 h 545190"/>
              <a:gd name="connsiteX6" fmla="*/ 442234 w 469782"/>
              <a:gd name="connsiteY6" fmla="*/ 382203 h 545190"/>
              <a:gd name="connsiteX7" fmla="*/ 400670 w 469782"/>
              <a:gd name="connsiteY7" fmla="*/ 70947 h 545190"/>
              <a:gd name="connsiteX8" fmla="*/ 381778 w 469782"/>
              <a:gd name="connsiteY8" fmla="*/ 89840 h 545190"/>
              <a:gd name="connsiteX9" fmla="*/ 429670 w 469782"/>
              <a:gd name="connsiteY9" fmla="*/ 343662 h 545190"/>
              <a:gd name="connsiteX10" fmla="*/ 342387 w 469782"/>
              <a:gd name="connsiteY10" fmla="*/ 448043 h 545190"/>
              <a:gd name="connsiteX11" fmla="*/ 269556 w 469782"/>
              <a:gd name="connsiteY11" fmla="*/ 490173 h 545190"/>
              <a:gd name="connsiteX12" fmla="*/ 186995 w 469782"/>
              <a:gd name="connsiteY12" fmla="*/ 517473 h 545190"/>
              <a:gd name="connsiteX13" fmla="*/ 29431 w 469782"/>
              <a:gd name="connsiteY13" fmla="*/ 312583 h 545190"/>
              <a:gd name="connsiteX14" fmla="*/ 128428 w 469782"/>
              <a:gd name="connsiteY14" fmla="*/ 53283 h 545190"/>
              <a:gd name="connsiteX15" fmla="*/ 381872 w 469782"/>
              <a:gd name="connsiteY15" fmla="*/ 89840 h 545190"/>
              <a:gd name="connsiteX16" fmla="*/ 400670 w 469782"/>
              <a:gd name="connsiteY16" fmla="*/ 70947 h 545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69782" h="545190">
                <a:moveTo>
                  <a:pt x="400670" y="70947"/>
                </a:moveTo>
                <a:cubicBezTo>
                  <a:pt x="338230" y="667"/>
                  <a:pt x="230259" y="-17187"/>
                  <a:pt x="144393" y="16442"/>
                </a:cubicBezTo>
                <a:cubicBezTo>
                  <a:pt x="99050" y="34201"/>
                  <a:pt x="61265" y="65185"/>
                  <a:pt x="36799" y="107599"/>
                </a:cubicBezTo>
                <a:cubicBezTo>
                  <a:pt x="7233" y="158892"/>
                  <a:pt x="-1647" y="219537"/>
                  <a:pt x="242" y="278010"/>
                </a:cubicBezTo>
                <a:cubicBezTo>
                  <a:pt x="3265" y="372662"/>
                  <a:pt x="27070" y="520401"/>
                  <a:pt x="140142" y="542411"/>
                </a:cubicBezTo>
                <a:cubicBezTo>
                  <a:pt x="202865" y="554597"/>
                  <a:pt x="265399" y="524557"/>
                  <a:pt x="318487" y="494330"/>
                </a:cubicBezTo>
                <a:cubicBezTo>
                  <a:pt x="366002" y="467219"/>
                  <a:pt x="416351" y="432079"/>
                  <a:pt x="442234" y="382203"/>
                </a:cubicBezTo>
                <a:cubicBezTo>
                  <a:pt x="492677" y="284905"/>
                  <a:pt x="470950" y="152563"/>
                  <a:pt x="400670" y="70947"/>
                </a:cubicBezTo>
                <a:cubicBezTo>
                  <a:pt x="389429" y="57912"/>
                  <a:pt x="370631" y="76899"/>
                  <a:pt x="381778" y="89840"/>
                </a:cubicBezTo>
                <a:cubicBezTo>
                  <a:pt x="439778" y="157192"/>
                  <a:pt x="457631" y="259589"/>
                  <a:pt x="429670" y="343662"/>
                </a:cubicBezTo>
                <a:cubicBezTo>
                  <a:pt x="414745" y="388626"/>
                  <a:pt x="380738" y="421688"/>
                  <a:pt x="342387" y="448043"/>
                </a:cubicBezTo>
                <a:cubicBezTo>
                  <a:pt x="319338" y="463912"/>
                  <a:pt x="294683" y="477799"/>
                  <a:pt x="269556" y="490173"/>
                </a:cubicBezTo>
                <a:cubicBezTo>
                  <a:pt x="243673" y="502926"/>
                  <a:pt x="215806" y="513978"/>
                  <a:pt x="186995" y="517473"/>
                </a:cubicBezTo>
                <a:cubicBezTo>
                  <a:pt x="71184" y="531359"/>
                  <a:pt x="38216" y="402417"/>
                  <a:pt x="29431" y="312583"/>
                </a:cubicBezTo>
                <a:cubicBezTo>
                  <a:pt x="19985" y="216798"/>
                  <a:pt x="36705" y="104671"/>
                  <a:pt x="128428" y="53283"/>
                </a:cubicBezTo>
                <a:cubicBezTo>
                  <a:pt x="208533" y="8413"/>
                  <a:pt x="319716" y="19937"/>
                  <a:pt x="381872" y="89840"/>
                </a:cubicBezTo>
                <a:cubicBezTo>
                  <a:pt x="393208" y="102781"/>
                  <a:pt x="412006" y="83794"/>
                  <a:pt x="400670" y="70947"/>
                </a:cubicBezTo>
                <a:close/>
              </a:path>
            </a:pathLst>
          </a:custGeom>
          <a:solidFill>
            <a:schemeClr val="tx2"/>
          </a:solidFill>
          <a:ln w="944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96319209-33E2-81A5-3675-F434C48B85E3}"/>
              </a:ext>
            </a:extLst>
          </p:cNvPr>
          <p:cNvSpPr/>
          <p:nvPr userDrawn="1"/>
        </p:nvSpPr>
        <p:spPr>
          <a:xfrm flipV="1">
            <a:off x="10107032" y="-9825"/>
            <a:ext cx="1895577" cy="1214995"/>
          </a:xfrm>
          <a:custGeom>
            <a:avLst/>
            <a:gdLst>
              <a:gd name="connsiteX0" fmla="*/ 14980 w 1895577"/>
              <a:gd name="connsiteY0" fmla="*/ 1199304 h 1214995"/>
              <a:gd name="connsiteX1" fmla="*/ 177740 w 1895577"/>
              <a:gd name="connsiteY1" fmla="*/ 931030 h 1214995"/>
              <a:gd name="connsiteX2" fmla="*/ 199939 w 1895577"/>
              <a:gd name="connsiteY2" fmla="*/ 740403 h 1214995"/>
              <a:gd name="connsiteX3" fmla="*/ 225255 w 1895577"/>
              <a:gd name="connsiteY3" fmla="*/ 565270 h 1214995"/>
              <a:gd name="connsiteX4" fmla="*/ 589881 w 1895577"/>
              <a:gd name="connsiteY4" fmla="*/ 61877 h 1214995"/>
              <a:gd name="connsiteX5" fmla="*/ 885928 w 1895577"/>
              <a:gd name="connsiteY5" fmla="*/ 30704 h 1214995"/>
              <a:gd name="connsiteX6" fmla="*/ 1024599 w 1895577"/>
              <a:gd name="connsiteY6" fmla="*/ 94750 h 1214995"/>
              <a:gd name="connsiteX7" fmla="*/ 1165821 w 1895577"/>
              <a:gd name="connsiteY7" fmla="*/ 193370 h 1214995"/>
              <a:gd name="connsiteX8" fmla="*/ 1334909 w 1895577"/>
              <a:gd name="connsiteY8" fmla="*/ 230777 h 1214995"/>
              <a:gd name="connsiteX9" fmla="*/ 1499747 w 1895577"/>
              <a:gd name="connsiteY9" fmla="*/ 264594 h 1214995"/>
              <a:gd name="connsiteX10" fmla="*/ 1737321 w 1895577"/>
              <a:gd name="connsiteY10" fmla="*/ 443318 h 1214995"/>
              <a:gd name="connsiteX11" fmla="*/ 1844442 w 1895577"/>
              <a:gd name="connsiteY11" fmla="*/ 1114004 h 1214995"/>
              <a:gd name="connsiteX12" fmla="*/ 1818181 w 1895577"/>
              <a:gd name="connsiteY12" fmla="*/ 1202704 h 1214995"/>
              <a:gd name="connsiteX13" fmla="*/ 1837546 w 1895577"/>
              <a:gd name="connsiteY13" fmla="*/ 1208089 h 1214995"/>
              <a:gd name="connsiteX14" fmla="*/ 1801083 w 1895577"/>
              <a:gd name="connsiteY14" fmla="*/ 501507 h 1214995"/>
              <a:gd name="connsiteX15" fmla="*/ 1587692 w 1895577"/>
              <a:gd name="connsiteY15" fmla="*/ 284432 h 1214995"/>
              <a:gd name="connsiteX16" fmla="*/ 1449115 w 1895577"/>
              <a:gd name="connsiteY16" fmla="*/ 228415 h 1214995"/>
              <a:gd name="connsiteX17" fmla="*/ 1269352 w 1895577"/>
              <a:gd name="connsiteY17" fmla="*/ 201871 h 1214995"/>
              <a:gd name="connsiteX18" fmla="*/ 1184619 w 1895577"/>
              <a:gd name="connsiteY18" fmla="*/ 179672 h 1214995"/>
              <a:gd name="connsiteX19" fmla="*/ 1107537 w 1895577"/>
              <a:gd name="connsiteY19" fmla="*/ 134708 h 1214995"/>
              <a:gd name="connsiteX20" fmla="*/ 967354 w 1895577"/>
              <a:gd name="connsiteY20" fmla="*/ 37600 h 1214995"/>
              <a:gd name="connsiteX21" fmla="*/ 671497 w 1895577"/>
              <a:gd name="connsiteY21" fmla="*/ 13890 h 1214995"/>
              <a:gd name="connsiteX22" fmla="*/ 404356 w 1895577"/>
              <a:gd name="connsiteY22" fmla="*/ 167015 h 1214995"/>
              <a:gd name="connsiteX23" fmla="*/ 237629 w 1895577"/>
              <a:gd name="connsiteY23" fmla="*/ 447663 h 1214995"/>
              <a:gd name="connsiteX24" fmla="*/ 195971 w 1895577"/>
              <a:gd name="connsiteY24" fmla="*/ 610045 h 1214995"/>
              <a:gd name="connsiteX25" fmla="*/ 175189 w 1895577"/>
              <a:gd name="connsiteY25" fmla="*/ 794626 h 1214995"/>
              <a:gd name="connsiteX26" fmla="*/ 66085 w 1895577"/>
              <a:gd name="connsiteY26" fmla="*/ 1130818 h 1214995"/>
              <a:gd name="connsiteX27" fmla="*/ 4778 w 1895577"/>
              <a:gd name="connsiteY27" fmla="*/ 1182206 h 1214995"/>
              <a:gd name="connsiteX28" fmla="*/ 14980 w 1895577"/>
              <a:gd name="connsiteY28" fmla="*/ 1199304 h 1214995"/>
              <a:gd name="connsiteX29" fmla="*/ 14980 w 1895577"/>
              <a:gd name="connsiteY29" fmla="*/ 1199304 h 1214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895577" h="1214995">
                <a:moveTo>
                  <a:pt x="14980" y="1199304"/>
                </a:moveTo>
                <a:cubicBezTo>
                  <a:pt x="109065" y="1141965"/>
                  <a:pt x="157336" y="1035506"/>
                  <a:pt x="177740" y="931030"/>
                </a:cubicBezTo>
                <a:cubicBezTo>
                  <a:pt x="190020" y="868117"/>
                  <a:pt x="194365" y="804072"/>
                  <a:pt x="199939" y="740403"/>
                </a:cubicBezTo>
                <a:cubicBezTo>
                  <a:pt x="205134" y="681459"/>
                  <a:pt x="212408" y="623081"/>
                  <a:pt x="225255" y="565270"/>
                </a:cubicBezTo>
                <a:cubicBezTo>
                  <a:pt x="271636" y="357168"/>
                  <a:pt x="386219" y="149822"/>
                  <a:pt x="589881" y="61877"/>
                </a:cubicBezTo>
                <a:cubicBezTo>
                  <a:pt x="681982" y="22108"/>
                  <a:pt x="787592" y="7656"/>
                  <a:pt x="885928" y="30704"/>
                </a:cubicBezTo>
                <a:cubicBezTo>
                  <a:pt x="936276" y="42512"/>
                  <a:pt x="982941" y="64239"/>
                  <a:pt x="1024599" y="94750"/>
                </a:cubicBezTo>
                <a:cubicBezTo>
                  <a:pt x="1070980" y="128757"/>
                  <a:pt x="1112449" y="169943"/>
                  <a:pt x="1165821" y="193370"/>
                </a:cubicBezTo>
                <a:cubicBezTo>
                  <a:pt x="1219287" y="216796"/>
                  <a:pt x="1277476" y="223975"/>
                  <a:pt x="1334909" y="230777"/>
                </a:cubicBezTo>
                <a:cubicBezTo>
                  <a:pt x="1390926" y="237389"/>
                  <a:pt x="1446564" y="244852"/>
                  <a:pt x="1499747" y="264594"/>
                </a:cubicBezTo>
                <a:cubicBezTo>
                  <a:pt x="1594115" y="299451"/>
                  <a:pt x="1675731" y="364442"/>
                  <a:pt x="1737321" y="443318"/>
                </a:cubicBezTo>
                <a:cubicBezTo>
                  <a:pt x="1885627" y="632905"/>
                  <a:pt x="1901781" y="887388"/>
                  <a:pt x="1844442" y="1114004"/>
                </a:cubicBezTo>
                <a:cubicBezTo>
                  <a:pt x="1836885" y="1143949"/>
                  <a:pt x="1828005" y="1173516"/>
                  <a:pt x="1818181" y="1202704"/>
                </a:cubicBezTo>
                <a:cubicBezTo>
                  <a:pt x="1814025" y="1214985"/>
                  <a:pt x="1833484" y="1220275"/>
                  <a:pt x="1837546" y="1208089"/>
                </a:cubicBezTo>
                <a:cubicBezTo>
                  <a:pt x="1914628" y="980150"/>
                  <a:pt x="1926624" y="714993"/>
                  <a:pt x="1801083" y="501507"/>
                </a:cubicBezTo>
                <a:cubicBezTo>
                  <a:pt x="1749223" y="413279"/>
                  <a:pt x="1676203" y="336386"/>
                  <a:pt x="1587692" y="284432"/>
                </a:cubicBezTo>
                <a:cubicBezTo>
                  <a:pt x="1544617" y="259116"/>
                  <a:pt x="1497763" y="239845"/>
                  <a:pt x="1449115" y="228415"/>
                </a:cubicBezTo>
                <a:cubicBezTo>
                  <a:pt x="1389981" y="214529"/>
                  <a:pt x="1329053" y="212073"/>
                  <a:pt x="1269352" y="201871"/>
                </a:cubicBezTo>
                <a:cubicBezTo>
                  <a:pt x="1240541" y="196959"/>
                  <a:pt x="1211824" y="190347"/>
                  <a:pt x="1184619" y="179672"/>
                </a:cubicBezTo>
                <a:cubicBezTo>
                  <a:pt x="1156658" y="168715"/>
                  <a:pt x="1131436" y="152751"/>
                  <a:pt x="1107537" y="134708"/>
                </a:cubicBezTo>
                <a:cubicBezTo>
                  <a:pt x="1061817" y="100229"/>
                  <a:pt x="1020065" y="61688"/>
                  <a:pt x="967354" y="37600"/>
                </a:cubicBezTo>
                <a:cubicBezTo>
                  <a:pt x="874970" y="-4719"/>
                  <a:pt x="769549" y="-9348"/>
                  <a:pt x="671497" y="13890"/>
                </a:cubicBezTo>
                <a:cubicBezTo>
                  <a:pt x="569666" y="38073"/>
                  <a:pt x="477093" y="91917"/>
                  <a:pt x="404356" y="167015"/>
                </a:cubicBezTo>
                <a:cubicBezTo>
                  <a:pt x="327841" y="246080"/>
                  <a:pt x="273620" y="344226"/>
                  <a:pt x="237629" y="447663"/>
                </a:cubicBezTo>
                <a:cubicBezTo>
                  <a:pt x="219209" y="500468"/>
                  <a:pt x="205606" y="554973"/>
                  <a:pt x="195971" y="610045"/>
                </a:cubicBezTo>
                <a:cubicBezTo>
                  <a:pt x="185297" y="671163"/>
                  <a:pt x="180574" y="732847"/>
                  <a:pt x="175189" y="794626"/>
                </a:cubicBezTo>
                <a:cubicBezTo>
                  <a:pt x="164893" y="912043"/>
                  <a:pt x="147606" y="1039095"/>
                  <a:pt x="66085" y="1130818"/>
                </a:cubicBezTo>
                <a:cubicBezTo>
                  <a:pt x="48231" y="1150939"/>
                  <a:pt x="27827" y="1168226"/>
                  <a:pt x="4778" y="1182206"/>
                </a:cubicBezTo>
                <a:cubicBezTo>
                  <a:pt x="-6274" y="1188724"/>
                  <a:pt x="3834" y="1206106"/>
                  <a:pt x="14980" y="1199304"/>
                </a:cubicBezTo>
                <a:lnTo>
                  <a:pt x="14980" y="1199304"/>
                </a:lnTo>
                <a:close/>
              </a:path>
            </a:pathLst>
          </a:custGeom>
          <a:solidFill>
            <a:schemeClr val="tx2"/>
          </a:solidFill>
          <a:ln w="944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004188A-F19F-AD61-BC9E-59C5047FBB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2687" y="1259488"/>
            <a:ext cx="9138662" cy="3294598"/>
          </a:xfrm>
        </p:spPr>
        <p:txBody>
          <a:bodyPr anchor="b">
            <a:noAutofit/>
          </a:bodyPr>
          <a:lstStyle>
            <a:lvl1pPr>
              <a:defRPr lang="en-US" sz="4800" kern="1200" spc="15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515FD6-82C1-F27F-AB17-2E2DD0410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2687" y="4607259"/>
            <a:ext cx="9138662" cy="9331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814100BA-2CC6-AE28-2F7B-B692FE2A60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777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fld id="{CA2C1983-85E7-45E2-ABAC-BABAC97AF800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861243ED-969B-2529-42C2-898A76F9C4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479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Slide Number Placeholder 8">
            <a:extLst>
              <a:ext uri="{FF2B5EF4-FFF2-40B4-BE49-F238E27FC236}">
                <a16:creationId xmlns:a16="http://schemas.microsoft.com/office/drawing/2014/main" id="{B885FEFC-0A48-21D7-D046-9E9457B275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553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09862"/>
            <a:ext cx="10963656" cy="4513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A2C1983-85E7-45E2-ABAC-BABAC97AF800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046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9" r:id="rId1"/>
    <p:sldLayoutId id="2147483850" r:id="rId2"/>
    <p:sldLayoutId id="2147483851" r:id="rId3"/>
    <p:sldLayoutId id="2147483852" r:id="rId4"/>
    <p:sldLayoutId id="2147483853" r:id="rId5"/>
    <p:sldLayoutId id="2147483854" r:id="rId6"/>
    <p:sldLayoutId id="2147483855" r:id="rId7"/>
    <p:sldLayoutId id="2147483856" r:id="rId8"/>
    <p:sldLayoutId id="2147483857" r:id="rId9"/>
    <p:sldLayoutId id="2147483858" r:id="rId10"/>
    <p:sldLayoutId id="2147483859" r:id="rId11"/>
    <p:sldLayoutId id="2147483860" r:id="rId12"/>
    <p:sldLayoutId id="2147483861" r:id="rId13"/>
    <p:sldLayoutId id="2147483862" r:id="rId14"/>
    <p:sldLayoutId id="2147483863" r:id="rId15"/>
    <p:sldLayoutId id="2147483864" r:id="rId16"/>
    <p:sldLayoutId id="2147483865" r:id="rId17"/>
    <p:sldLayoutId id="2147483866" r:id="rId18"/>
    <p:sldLayoutId id="2147483867" r:id="rId19"/>
    <p:sldLayoutId id="2147483868" r:id="rId20"/>
    <p:sldLayoutId id="2147483869" r:id="rId21"/>
    <p:sldLayoutId id="2147483870" r:id="rId22"/>
    <p:sldLayoutId id="2147483871" r:id="rId23"/>
    <p:sldLayoutId id="2147483872" r:id="rId24"/>
    <p:sldLayoutId id="2147483873" r:id="rId25"/>
    <p:sldLayoutId id="2147483874" r:id="rId26"/>
    <p:sldLayoutId id="2147483875" r:id="rId27"/>
    <p:sldLayoutId id="2147483876" r:id="rId28"/>
    <p:sldLayoutId id="2147483877" r:id="rId29"/>
    <p:sldLayoutId id="2147483878" r:id="rId30"/>
    <p:sldLayoutId id="2147483879" r:id="rId31"/>
    <p:sldLayoutId id="2147483880" r:id="rId32"/>
    <p:sldLayoutId id="2147483883" r:id="rId33"/>
    <p:sldLayoutId id="2147483884" r:id="rId34"/>
    <p:sldLayoutId id="2147483885" r:id="rId35"/>
    <p:sldLayoutId id="2147483886" r:id="rId36"/>
    <p:sldLayoutId id="2147483890" r:id="rId37"/>
    <p:sldLayoutId id="2147483891" r:id="rId38"/>
    <p:sldLayoutId id="2147483892" r:id="rId39"/>
    <p:sldLayoutId id="2147483650" r:id="rId40"/>
    <p:sldLayoutId id="2147483665" r:id="rId41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ug-board2026.vercel.app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&amp;f=1&amp;nofb=1&amp;ipt=ae147b00a73fed07dab66254cabbb1e299fdf1195f5060304072cfe3a4c42170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bug-board2026.vercel.app/" TargetMode="External"/><Relationship Id="rId3" Type="http://schemas.openxmlformats.org/officeDocument/2006/relationships/diagramLayout" Target="../diagrams/layout1.xml"/><Relationship Id="rId7" Type="http://schemas.openxmlformats.org/officeDocument/2006/relationships/hyperlink" Target="https://github.com/MartaPagliuso/BugBoard2026" TargetMode="External"/><Relationship Id="rId12" Type="http://schemas.openxmlformats.org/officeDocument/2006/relationships/image" Target="../media/image14.Default&amp;f=1&amp;nofb=1&amp;ipt=334661c774298cb82978a67d4498bf984929baf8640e9dd662c88789611c2291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5.xml"/><Relationship Id="rId6" Type="http://schemas.microsoft.com/office/2007/relationships/diagramDrawing" Target="../diagrams/drawing1.xml"/><Relationship Id="rId11" Type="http://schemas.openxmlformats.org/officeDocument/2006/relationships/image" Target="../media/image13.3WrA7K7Em-hAg5BMvI4wlQHaHa"/><Relationship Id="rId5" Type="http://schemas.openxmlformats.org/officeDocument/2006/relationships/diagramColors" Target="../diagrams/colors1.xml"/><Relationship Id="rId10" Type="http://schemas.openxmlformats.org/officeDocument/2006/relationships/image" Target="../media/image12.jpg&amp;f=1&amp;nofb=1&amp;ipt=ae147b00a73fed07dab66254cabbb1e299fdf1195f5060304072cfe3a4c42170"/><Relationship Id="rId4" Type="http://schemas.openxmlformats.org/officeDocument/2006/relationships/diagramQuickStyle" Target="../diagrams/quickStyle1.xml"/><Relationship Id="rId9" Type="http://schemas.openxmlformats.org/officeDocument/2006/relationships/hyperlink" Target="https://sonarcloud.io/project/overview?id=MartaPagliuso_BugBoard2026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E8FA8D-5C5E-5DCD-557C-0C97ECF6A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349" y="530984"/>
            <a:ext cx="9143999" cy="2898016"/>
          </a:xfrm>
        </p:spPr>
        <p:txBody>
          <a:bodyPr/>
          <a:lstStyle/>
          <a:p>
            <a:r>
              <a:rPr lang="en-US" dirty="0">
                <a:solidFill>
                  <a:srgbClr val="2C3932"/>
                </a:solidFill>
              </a:rPr>
              <a:t>BugBoard26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C9394AD-1E88-602E-29C8-5D8A006CF2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349" y="3429000"/>
            <a:ext cx="9144000" cy="636147"/>
          </a:xfrm>
        </p:spPr>
        <p:txBody>
          <a:bodyPr/>
          <a:lstStyle/>
          <a:p>
            <a:r>
              <a:rPr lang="it-IT" dirty="0">
                <a:solidFill>
                  <a:srgbClr val="2C3932"/>
                </a:solidFill>
                <a:latin typeface="Bahnschrift" panose="020B0502040204020203" pitchFamily="34" charset="0"/>
              </a:rPr>
              <a:t>Piattaforma per la gestione collaborativa di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it-IT" dirty="0" err="1">
                <a:solidFill>
                  <a:srgbClr val="2C3932"/>
                </a:solidFill>
                <a:latin typeface="Bahnschrift" panose="020B0502040204020203" pitchFamily="34" charset="0"/>
              </a:rPr>
              <a:t>issue</a:t>
            </a:r>
            <a:r>
              <a:rPr lang="it-IT" dirty="0">
                <a:solidFill>
                  <a:srgbClr val="2C3932"/>
                </a:solidFill>
                <a:latin typeface="Bahnschrift" panose="020B0502040204020203" pitchFamily="34" charset="0"/>
              </a:rPr>
              <a:t> in progetti software</a:t>
            </a:r>
            <a:endParaRPr lang="en-US" dirty="0">
              <a:solidFill>
                <a:srgbClr val="2C3932"/>
              </a:solidFill>
              <a:latin typeface="Bahnschrift" panose="020B0502040204020203" pitchFamily="34" charset="0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92549BC-2F48-408D-F831-64A80271E769}"/>
              </a:ext>
            </a:extLst>
          </p:cNvPr>
          <p:cNvSpPr txBox="1"/>
          <p:nvPr/>
        </p:nvSpPr>
        <p:spPr>
          <a:xfrm>
            <a:off x="3731491" y="5465242"/>
            <a:ext cx="280269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>
                <a:solidFill>
                  <a:schemeClr val="accent1">
                    <a:lumMod val="75000"/>
                  </a:schemeClr>
                </a:solidFill>
              </a:rPr>
              <a:t>Corso</a:t>
            </a:r>
            <a:endParaRPr lang="it-IT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Ingegneria del Software</a:t>
            </a:r>
          </a:p>
          <a:p>
            <a:r>
              <a:rPr lang="it-IT" sz="1600" dirty="0">
                <a:solidFill>
                  <a:schemeClr val="accent1">
                    <a:lumMod val="75000"/>
                  </a:schemeClr>
                </a:solidFill>
              </a:rPr>
              <a:t>A.A. 2025/2026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6FFE80E9-E4A1-9010-57C5-AC3DE2C64634}"/>
              </a:ext>
            </a:extLst>
          </p:cNvPr>
          <p:cNvSpPr txBox="1"/>
          <p:nvPr/>
        </p:nvSpPr>
        <p:spPr>
          <a:xfrm>
            <a:off x="6664036" y="5465242"/>
            <a:ext cx="178766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>
                <a:solidFill>
                  <a:schemeClr val="accent1">
                    <a:lumMod val="75000"/>
                  </a:schemeClr>
                </a:solidFill>
              </a:rPr>
              <a:t>Studentessa</a:t>
            </a:r>
            <a:endParaRPr lang="it-IT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Marta Pagliuso</a:t>
            </a:r>
          </a:p>
          <a:p>
            <a:r>
              <a:rPr lang="it-IT" sz="1600" dirty="0">
                <a:solidFill>
                  <a:schemeClr val="accent1">
                    <a:lumMod val="75000"/>
                  </a:schemeClr>
                </a:solidFill>
              </a:rPr>
              <a:t>N86004844</a:t>
            </a:r>
          </a:p>
        </p:txBody>
      </p:sp>
    </p:spTree>
    <p:extLst>
      <p:ext uri="{BB962C8B-B14F-4D97-AF65-F5344CB8AC3E}">
        <p14:creationId xmlns:p14="http://schemas.microsoft.com/office/powerpoint/2010/main" val="1442525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ttangolo con angoli arrotondati 64">
            <a:extLst>
              <a:ext uri="{FF2B5EF4-FFF2-40B4-BE49-F238E27FC236}">
                <a16:creationId xmlns:a16="http://schemas.microsoft.com/office/drawing/2014/main" id="{F5CFAC15-FBD8-CEF5-AB09-2DEEBF9A316B}"/>
              </a:ext>
            </a:extLst>
          </p:cNvPr>
          <p:cNvSpPr/>
          <p:nvPr/>
        </p:nvSpPr>
        <p:spPr>
          <a:xfrm>
            <a:off x="3685309" y="4784437"/>
            <a:ext cx="5153891" cy="1533237"/>
          </a:xfrm>
          <a:prstGeom prst="roundRect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E6D492-2B8D-DE8C-0762-BAA329CE1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722020" y="3036241"/>
            <a:ext cx="5645423" cy="1862618"/>
          </a:xfrm>
        </p:spPr>
        <p:txBody>
          <a:bodyPr>
            <a:normAutofit fontScale="90000"/>
          </a:bodyPr>
          <a:lstStyle/>
          <a:p>
            <a:r>
              <a:rPr lang="en-US" dirty="0"/>
              <a:t>Demo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48DE3E74-0BE9-A2DF-6302-283572BF34A3}"/>
              </a:ext>
            </a:extLst>
          </p:cNvPr>
          <p:cNvSpPr txBox="1"/>
          <p:nvPr/>
        </p:nvSpPr>
        <p:spPr>
          <a:xfrm>
            <a:off x="3538064" y="498507"/>
            <a:ext cx="59426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rgbClr val="2C3932"/>
                </a:solidFill>
              </a:rPr>
              <a:t>Il progetto è accessibile online. Scannerizza il </a:t>
            </a:r>
            <a:r>
              <a:rPr lang="it-IT" dirty="0" err="1">
                <a:solidFill>
                  <a:srgbClr val="2C3932"/>
                </a:solidFill>
              </a:rPr>
              <a:t>qr-code</a:t>
            </a:r>
            <a:endParaRPr lang="it-IT" dirty="0">
              <a:solidFill>
                <a:srgbClr val="2C3932"/>
              </a:solidFill>
            </a:endParaRPr>
          </a:p>
          <a:p>
            <a:r>
              <a:rPr lang="it-IT" dirty="0">
                <a:solidFill>
                  <a:srgbClr val="2C3932"/>
                </a:solidFill>
              </a:rPr>
              <a:t>o copia il link per provarlo.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47EF562A-35CC-2340-B38B-5215A643C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227" y="1442115"/>
            <a:ext cx="2043545" cy="2043545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83677F91-83FA-AF0C-24D3-043580F1BB30}"/>
              </a:ext>
            </a:extLst>
          </p:cNvPr>
          <p:cNvSpPr txBox="1"/>
          <p:nvPr/>
        </p:nvSpPr>
        <p:spPr>
          <a:xfrm rot="20998727">
            <a:off x="5291933" y="3433889"/>
            <a:ext cx="16081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200" b="1" dirty="0">
                <a:latin typeface="Ink Free" panose="03080402000500000000" pitchFamily="66" charset="0"/>
                <a:cs typeface="MV Boli" panose="02000500030200090000" pitchFamily="2" charset="0"/>
              </a:rPr>
              <a:t>Scan Me</a:t>
            </a:r>
          </a:p>
        </p:txBody>
      </p:sp>
      <p:cxnSp>
        <p:nvCxnSpPr>
          <p:cNvPr id="9" name="Connettore curvo 8">
            <a:extLst>
              <a:ext uri="{FF2B5EF4-FFF2-40B4-BE49-F238E27FC236}">
                <a16:creationId xmlns:a16="http://schemas.microsoft.com/office/drawing/2014/main" id="{AC88A00F-30A6-A1B2-63BF-0D33F76B0E03}"/>
              </a:ext>
            </a:extLst>
          </p:cNvPr>
          <p:cNvCxnSpPr>
            <a:cxnSpLocks/>
            <a:stCxn id="7" idx="1"/>
            <a:endCxn id="6" idx="1"/>
          </p:cNvCxnSpPr>
          <p:nvPr/>
        </p:nvCxnSpPr>
        <p:spPr>
          <a:xfrm rot="10800000">
            <a:off x="5074228" y="2463889"/>
            <a:ext cx="229973" cy="1402307"/>
          </a:xfrm>
          <a:prstGeom prst="curvedConnector3">
            <a:avLst>
              <a:gd name="adj1" fmla="val 390961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79FAE578-B7BB-F31A-9373-8F808733B6D1}"/>
              </a:ext>
            </a:extLst>
          </p:cNvPr>
          <p:cNvSpPr txBox="1"/>
          <p:nvPr/>
        </p:nvSpPr>
        <p:spPr>
          <a:xfrm>
            <a:off x="5216923" y="5232204"/>
            <a:ext cx="18036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2C3932"/>
                </a:solidFill>
              </a:rPr>
              <a:t>admin@bugboard.it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227540CD-0395-9253-B94A-A08110D111C5}"/>
              </a:ext>
            </a:extLst>
          </p:cNvPr>
          <p:cNvSpPr txBox="1"/>
          <p:nvPr/>
        </p:nvSpPr>
        <p:spPr>
          <a:xfrm>
            <a:off x="5738025" y="4893650"/>
            <a:ext cx="7713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dirty="0">
                <a:solidFill>
                  <a:schemeClr val="accent5"/>
                </a:solidFill>
                <a:latin typeface="Bahnschrift" panose="020B0502040204020203" pitchFamily="34" charset="0"/>
              </a:rPr>
              <a:t>EMAIL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75E4E0E6-5647-1061-3FED-A30C75933B16}"/>
              </a:ext>
            </a:extLst>
          </p:cNvPr>
          <p:cNvSpPr txBox="1"/>
          <p:nvPr/>
        </p:nvSpPr>
        <p:spPr>
          <a:xfrm>
            <a:off x="7472453" y="4893649"/>
            <a:ext cx="1245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dirty="0">
                <a:solidFill>
                  <a:schemeClr val="accent5"/>
                </a:solidFill>
                <a:latin typeface="Bahnschrift" panose="020B0502040204020203" pitchFamily="34" charset="0"/>
              </a:rPr>
              <a:t>PASSWORD</a:t>
            </a: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EC73A1E5-E4C9-0F12-0978-6FD43A657E24}"/>
              </a:ext>
            </a:extLst>
          </p:cNvPr>
          <p:cNvSpPr txBox="1"/>
          <p:nvPr/>
        </p:nvSpPr>
        <p:spPr>
          <a:xfrm>
            <a:off x="7584318" y="5232203"/>
            <a:ext cx="10005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2C3932"/>
                </a:solidFill>
              </a:rPr>
              <a:t>password</a:t>
            </a:r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C99B65FD-A770-2C27-D68D-0BAA92ECBAB9}"/>
              </a:ext>
            </a:extLst>
          </p:cNvPr>
          <p:cNvSpPr txBox="1"/>
          <p:nvPr/>
        </p:nvSpPr>
        <p:spPr>
          <a:xfrm>
            <a:off x="3942454" y="4893650"/>
            <a:ext cx="8210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dirty="0">
                <a:solidFill>
                  <a:schemeClr val="accent5"/>
                </a:solidFill>
                <a:latin typeface="Bahnschrift" panose="020B0502040204020203" pitchFamily="34" charset="0"/>
              </a:rPr>
              <a:t>RUOLO</a:t>
            </a: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34875841-6176-B513-CFDF-CC62B4F1F1B8}"/>
              </a:ext>
            </a:extLst>
          </p:cNvPr>
          <p:cNvSpPr txBox="1"/>
          <p:nvPr/>
        </p:nvSpPr>
        <p:spPr>
          <a:xfrm>
            <a:off x="3951048" y="5232203"/>
            <a:ext cx="7120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2C3932"/>
                </a:solidFill>
              </a:rPr>
              <a:t>Admin</a:t>
            </a:r>
          </a:p>
        </p:txBody>
      </p:sp>
      <p:cxnSp>
        <p:nvCxnSpPr>
          <p:cNvPr id="46" name="Connettore diritto 45">
            <a:extLst>
              <a:ext uri="{FF2B5EF4-FFF2-40B4-BE49-F238E27FC236}">
                <a16:creationId xmlns:a16="http://schemas.microsoft.com/office/drawing/2014/main" id="{523E94C9-F758-3956-A677-EFAD1CAB083D}"/>
              </a:ext>
            </a:extLst>
          </p:cNvPr>
          <p:cNvCxnSpPr>
            <a:cxnSpLocks/>
          </p:cNvCxnSpPr>
          <p:nvPr/>
        </p:nvCxnSpPr>
        <p:spPr>
          <a:xfrm>
            <a:off x="3850409" y="5552680"/>
            <a:ext cx="4717288" cy="0"/>
          </a:xfrm>
          <a:prstGeom prst="line">
            <a:avLst/>
          </a:prstGeom>
          <a:ln>
            <a:solidFill>
              <a:srgbClr val="2C39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97BD227C-DB9C-EB5C-9BC2-D699638375CC}"/>
              </a:ext>
            </a:extLst>
          </p:cNvPr>
          <p:cNvSpPr txBox="1"/>
          <p:nvPr/>
        </p:nvSpPr>
        <p:spPr>
          <a:xfrm>
            <a:off x="4945213" y="5570756"/>
            <a:ext cx="23471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2C3932"/>
                </a:solidFill>
              </a:rPr>
              <a:t>demo.utente@bugboard.it</a:t>
            </a:r>
          </a:p>
        </p:txBody>
      </p:sp>
      <p:sp>
        <p:nvSpPr>
          <p:cNvPr id="57" name="CasellaDiTesto 56">
            <a:extLst>
              <a:ext uri="{FF2B5EF4-FFF2-40B4-BE49-F238E27FC236}">
                <a16:creationId xmlns:a16="http://schemas.microsoft.com/office/drawing/2014/main" id="{6AD05694-D386-14D0-26A4-F8DE5349946B}"/>
              </a:ext>
            </a:extLst>
          </p:cNvPr>
          <p:cNvSpPr txBox="1"/>
          <p:nvPr/>
        </p:nvSpPr>
        <p:spPr>
          <a:xfrm>
            <a:off x="7584318" y="5570756"/>
            <a:ext cx="10005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2C3932"/>
                </a:solidFill>
              </a:rPr>
              <a:t>password</a:t>
            </a:r>
          </a:p>
        </p:txBody>
      </p:sp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2307F3DB-466D-F978-4568-B2E197DBB998}"/>
              </a:ext>
            </a:extLst>
          </p:cNvPr>
          <p:cNvSpPr txBox="1"/>
          <p:nvPr/>
        </p:nvSpPr>
        <p:spPr>
          <a:xfrm>
            <a:off x="3951048" y="5570756"/>
            <a:ext cx="7473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2C3932"/>
                </a:solidFill>
              </a:rPr>
              <a:t>Utente</a:t>
            </a:r>
          </a:p>
        </p:txBody>
      </p:sp>
      <p:cxnSp>
        <p:nvCxnSpPr>
          <p:cNvPr id="61" name="Connettore diritto 60">
            <a:extLst>
              <a:ext uri="{FF2B5EF4-FFF2-40B4-BE49-F238E27FC236}">
                <a16:creationId xmlns:a16="http://schemas.microsoft.com/office/drawing/2014/main" id="{C613F541-4AE8-7665-4429-A16F7A541FE7}"/>
              </a:ext>
            </a:extLst>
          </p:cNvPr>
          <p:cNvCxnSpPr>
            <a:cxnSpLocks/>
          </p:cNvCxnSpPr>
          <p:nvPr/>
        </p:nvCxnSpPr>
        <p:spPr>
          <a:xfrm>
            <a:off x="3850409" y="5915142"/>
            <a:ext cx="4717288" cy="0"/>
          </a:xfrm>
          <a:prstGeom prst="line">
            <a:avLst/>
          </a:prstGeom>
          <a:ln>
            <a:solidFill>
              <a:srgbClr val="2C39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832179B9-0262-562A-737E-0836FEE2F8FC}"/>
              </a:ext>
            </a:extLst>
          </p:cNvPr>
          <p:cNvSpPr txBox="1"/>
          <p:nvPr/>
        </p:nvSpPr>
        <p:spPr>
          <a:xfrm>
            <a:off x="4945213" y="5933218"/>
            <a:ext cx="23535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2C3932"/>
                </a:solidFill>
              </a:rPr>
              <a:t>demo.viewer@bugboard.it</a:t>
            </a:r>
          </a:p>
        </p:txBody>
      </p:sp>
      <p:sp>
        <p:nvSpPr>
          <p:cNvPr id="63" name="CasellaDiTesto 62">
            <a:extLst>
              <a:ext uri="{FF2B5EF4-FFF2-40B4-BE49-F238E27FC236}">
                <a16:creationId xmlns:a16="http://schemas.microsoft.com/office/drawing/2014/main" id="{2A8FBCE4-E335-F3B9-24C1-C9C9F93CFD25}"/>
              </a:ext>
            </a:extLst>
          </p:cNvPr>
          <p:cNvSpPr txBox="1"/>
          <p:nvPr/>
        </p:nvSpPr>
        <p:spPr>
          <a:xfrm>
            <a:off x="7584318" y="5933218"/>
            <a:ext cx="10005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2C3932"/>
                </a:solidFill>
              </a:rPr>
              <a:t>password</a:t>
            </a:r>
          </a:p>
        </p:txBody>
      </p:sp>
      <p:sp>
        <p:nvSpPr>
          <p:cNvPr id="64" name="CasellaDiTesto 63">
            <a:extLst>
              <a:ext uri="{FF2B5EF4-FFF2-40B4-BE49-F238E27FC236}">
                <a16:creationId xmlns:a16="http://schemas.microsoft.com/office/drawing/2014/main" id="{A7136FCF-C970-FCB3-6E4D-8D32B5CA2E0A}"/>
              </a:ext>
            </a:extLst>
          </p:cNvPr>
          <p:cNvSpPr txBox="1"/>
          <p:nvPr/>
        </p:nvSpPr>
        <p:spPr>
          <a:xfrm>
            <a:off x="3951048" y="5933218"/>
            <a:ext cx="7585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2C3932"/>
                </a:solidFill>
              </a:rPr>
              <a:t>Viewer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674FB0E-D7D8-46AB-5F23-9B1E37536248}"/>
              </a:ext>
            </a:extLst>
          </p:cNvPr>
          <p:cNvSpPr txBox="1"/>
          <p:nvPr/>
        </p:nvSpPr>
        <p:spPr>
          <a:xfrm>
            <a:off x="4508865" y="4166821"/>
            <a:ext cx="3174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u="sng" dirty="0">
                <a:hlinkClick r:id="rId3"/>
              </a:rPr>
              <a:t>bug-board2026.vercel.app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26159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BE5F8-8A1C-61C8-AE91-BF8BCF9C5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0296" y="233106"/>
            <a:ext cx="3865738" cy="693418"/>
          </a:xfrm>
        </p:spPr>
        <p:txBody>
          <a:bodyPr>
            <a:normAutofit/>
          </a:bodyPr>
          <a:lstStyle/>
          <a:p>
            <a:r>
              <a:rPr lang="en-US" sz="3600" dirty="0" err="1">
                <a:solidFill>
                  <a:srgbClr val="2C3932"/>
                </a:solidFill>
                <a:latin typeface="Bahnschrift" panose="020B0502040204020203" pitchFamily="34" charset="0"/>
              </a:rPr>
              <a:t>Attori</a:t>
            </a:r>
            <a:r>
              <a:rPr lang="en-US" sz="3600" dirty="0">
                <a:solidFill>
                  <a:srgbClr val="2C3932"/>
                </a:solidFill>
                <a:latin typeface="Bahnschrift" panose="020B0502040204020203" pitchFamily="34" charset="0"/>
              </a:rPr>
              <a:t> e Casi </a:t>
            </a:r>
            <a:r>
              <a:rPr lang="en-US" sz="3600" dirty="0" err="1">
                <a:solidFill>
                  <a:srgbClr val="2C3932"/>
                </a:solidFill>
                <a:latin typeface="Bahnschrift" panose="020B0502040204020203" pitchFamily="34" charset="0"/>
              </a:rPr>
              <a:t>D’uso</a:t>
            </a:r>
            <a:endParaRPr lang="en-US" sz="3600" dirty="0">
              <a:solidFill>
                <a:srgbClr val="2C3932"/>
              </a:solidFill>
              <a:latin typeface="Bahnschrift" panose="020B0502040204020203" pitchFamily="34" charset="0"/>
            </a:endParaRPr>
          </a:p>
        </p:txBody>
      </p:sp>
      <p:pic>
        <p:nvPicPr>
          <p:cNvPr id="8" name="Elemento grafico 7" descr="Utente con riempimento a tinta unita">
            <a:extLst>
              <a:ext uri="{FF2B5EF4-FFF2-40B4-BE49-F238E27FC236}">
                <a16:creationId xmlns:a16="http://schemas.microsoft.com/office/drawing/2014/main" id="{9FDE5843-8A2D-AEA1-9F9B-7A2C454BF9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98479" y="2022186"/>
            <a:ext cx="695325" cy="695325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24FD6417-5992-7A21-EF87-943F8A1865F9}"/>
              </a:ext>
            </a:extLst>
          </p:cNvPr>
          <p:cNvSpPr txBox="1"/>
          <p:nvPr/>
        </p:nvSpPr>
        <p:spPr>
          <a:xfrm>
            <a:off x="3936598" y="2644835"/>
            <a:ext cx="8418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>
                <a:solidFill>
                  <a:srgbClr val="2C3932"/>
                </a:solidFill>
              </a:rPr>
              <a:t>Viewer</a:t>
            </a:r>
          </a:p>
        </p:txBody>
      </p:sp>
      <p:pic>
        <p:nvPicPr>
          <p:cNvPr id="11" name="Elemento grafico 10" descr="Utente con riempimento a tinta unita">
            <a:extLst>
              <a:ext uri="{FF2B5EF4-FFF2-40B4-BE49-F238E27FC236}">
                <a16:creationId xmlns:a16="http://schemas.microsoft.com/office/drawing/2014/main" id="{EA9FCDB3-52C3-03B9-3015-C90D197C3D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09883" y="3328051"/>
            <a:ext cx="695325" cy="695325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3A6EF22-A8EE-1EB2-248C-CFD8B561E85E}"/>
              </a:ext>
            </a:extLst>
          </p:cNvPr>
          <p:cNvSpPr txBox="1"/>
          <p:nvPr/>
        </p:nvSpPr>
        <p:spPr>
          <a:xfrm>
            <a:off x="3936598" y="3979235"/>
            <a:ext cx="8274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>
                <a:solidFill>
                  <a:srgbClr val="2C3932"/>
                </a:solidFill>
              </a:rPr>
              <a:t>Utente</a:t>
            </a:r>
          </a:p>
        </p:txBody>
      </p:sp>
      <p:pic>
        <p:nvPicPr>
          <p:cNvPr id="15" name="Elemento grafico 14" descr="Utente con riempimento a tinta unita">
            <a:extLst>
              <a:ext uri="{FF2B5EF4-FFF2-40B4-BE49-F238E27FC236}">
                <a16:creationId xmlns:a16="http://schemas.microsoft.com/office/drawing/2014/main" id="{89205CA1-F0B1-DB55-770C-FAAA5B4293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95459" y="4606259"/>
            <a:ext cx="695325" cy="695325"/>
          </a:xfrm>
          <a:prstGeom prst="rect">
            <a:avLst/>
          </a:prstGeom>
        </p:spPr>
      </p:pic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CC2FBB5B-DFD7-50F5-7F8E-5E768E7E7E53}"/>
              </a:ext>
            </a:extLst>
          </p:cNvPr>
          <p:cNvSpPr txBox="1"/>
          <p:nvPr/>
        </p:nvSpPr>
        <p:spPr>
          <a:xfrm>
            <a:off x="3533442" y="5251500"/>
            <a:ext cx="16482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>
                <a:solidFill>
                  <a:srgbClr val="2C3932"/>
                </a:solidFill>
              </a:rPr>
              <a:t>Amministratore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FE4D84AD-502F-4DA5-2363-F05A48B2BC19}"/>
              </a:ext>
            </a:extLst>
          </p:cNvPr>
          <p:cNvSpPr txBox="1"/>
          <p:nvPr/>
        </p:nvSpPr>
        <p:spPr>
          <a:xfrm>
            <a:off x="5299287" y="2225451"/>
            <a:ext cx="3393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>
                <a:solidFill>
                  <a:srgbClr val="2C3932"/>
                </a:solidFill>
              </a:rPr>
              <a:t>consulta segnalazioni e commenti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16BA817F-5B7E-3170-3501-02069A1E7152}"/>
              </a:ext>
            </a:extLst>
          </p:cNvPr>
          <p:cNvSpPr txBox="1"/>
          <p:nvPr/>
        </p:nvSpPr>
        <p:spPr>
          <a:xfrm>
            <a:off x="5345984" y="3525301"/>
            <a:ext cx="27542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>
                <a:solidFill>
                  <a:srgbClr val="2C3932"/>
                </a:solidFill>
              </a:rPr>
              <a:t>segnala, commenta, risolve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CB4E7C1E-3DA8-2224-1D4A-42ABBD9DDC60}"/>
              </a:ext>
            </a:extLst>
          </p:cNvPr>
          <p:cNvSpPr txBox="1"/>
          <p:nvPr/>
        </p:nvSpPr>
        <p:spPr>
          <a:xfrm>
            <a:off x="5299287" y="4686413"/>
            <a:ext cx="24416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>
                <a:solidFill>
                  <a:srgbClr val="2C3932"/>
                </a:solidFill>
              </a:rPr>
              <a:t>gestisce account,</a:t>
            </a:r>
          </a:p>
          <a:p>
            <a:r>
              <a:rPr lang="it-IT" sz="1600" dirty="0">
                <a:solidFill>
                  <a:srgbClr val="2C3932"/>
                </a:solidFill>
              </a:rPr>
              <a:t>assegnazioni, scadenze</a:t>
            </a:r>
          </a:p>
        </p:txBody>
      </p:sp>
      <p:grpSp>
        <p:nvGrpSpPr>
          <p:cNvPr id="19" name="Gruppo 18">
            <a:extLst>
              <a:ext uri="{FF2B5EF4-FFF2-40B4-BE49-F238E27FC236}">
                <a16:creationId xmlns:a16="http://schemas.microsoft.com/office/drawing/2014/main" id="{D7993E21-E51A-8BF6-DD82-7B62E84AA71E}"/>
              </a:ext>
            </a:extLst>
          </p:cNvPr>
          <p:cNvGrpSpPr/>
          <p:nvPr/>
        </p:nvGrpSpPr>
        <p:grpSpPr>
          <a:xfrm>
            <a:off x="4323970" y="2972380"/>
            <a:ext cx="67150" cy="355671"/>
            <a:chOff x="4323970" y="2972380"/>
            <a:chExt cx="67150" cy="355671"/>
          </a:xfrm>
        </p:grpSpPr>
        <p:sp>
          <p:nvSpPr>
            <p:cNvPr id="7" name="Triangolo isoscele 6">
              <a:extLst>
                <a:ext uri="{FF2B5EF4-FFF2-40B4-BE49-F238E27FC236}">
                  <a16:creationId xmlns:a16="http://schemas.microsoft.com/office/drawing/2014/main" id="{9BE30C78-3E74-E1E9-5626-3073C18C3611}"/>
                </a:ext>
              </a:extLst>
            </p:cNvPr>
            <p:cNvSpPr/>
            <p:nvPr/>
          </p:nvSpPr>
          <p:spPr>
            <a:xfrm>
              <a:off x="4323970" y="2972380"/>
              <a:ext cx="67150" cy="67201"/>
            </a:xfrm>
            <a:prstGeom prst="triangle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cxnSp>
          <p:nvCxnSpPr>
            <p:cNvPr id="12" name="Connettore diritto 11">
              <a:extLst>
                <a:ext uri="{FF2B5EF4-FFF2-40B4-BE49-F238E27FC236}">
                  <a16:creationId xmlns:a16="http://schemas.microsoft.com/office/drawing/2014/main" id="{673FC7DD-A9DB-23BF-1381-1434D410E446}"/>
                </a:ext>
              </a:extLst>
            </p:cNvPr>
            <p:cNvCxnSpPr>
              <a:stCxn id="7" idx="3"/>
              <a:endCxn id="11" idx="0"/>
            </p:cNvCxnSpPr>
            <p:nvPr/>
          </p:nvCxnSpPr>
          <p:spPr>
            <a:xfrm>
              <a:off x="4357545" y="3039581"/>
              <a:ext cx="1" cy="288470"/>
            </a:xfrm>
            <a:prstGeom prst="line">
              <a:avLst/>
            </a:prstGeom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22" name="Gruppo 21">
            <a:extLst>
              <a:ext uri="{FF2B5EF4-FFF2-40B4-BE49-F238E27FC236}">
                <a16:creationId xmlns:a16="http://schemas.microsoft.com/office/drawing/2014/main" id="{38B71776-9455-B896-523B-16E9E8D5DFFD}"/>
              </a:ext>
            </a:extLst>
          </p:cNvPr>
          <p:cNvGrpSpPr/>
          <p:nvPr/>
        </p:nvGrpSpPr>
        <p:grpSpPr>
          <a:xfrm>
            <a:off x="4316758" y="4310240"/>
            <a:ext cx="67150" cy="355671"/>
            <a:chOff x="4323970" y="2972380"/>
            <a:chExt cx="67150" cy="355671"/>
          </a:xfrm>
        </p:grpSpPr>
        <p:sp>
          <p:nvSpPr>
            <p:cNvPr id="24" name="Triangolo isoscele 23">
              <a:extLst>
                <a:ext uri="{FF2B5EF4-FFF2-40B4-BE49-F238E27FC236}">
                  <a16:creationId xmlns:a16="http://schemas.microsoft.com/office/drawing/2014/main" id="{D4167A99-EB36-361C-6D4E-9E03048E21BC}"/>
                </a:ext>
              </a:extLst>
            </p:cNvPr>
            <p:cNvSpPr/>
            <p:nvPr/>
          </p:nvSpPr>
          <p:spPr>
            <a:xfrm>
              <a:off x="4323970" y="2972380"/>
              <a:ext cx="67150" cy="67201"/>
            </a:xfrm>
            <a:prstGeom prst="triangle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cxnSp>
          <p:nvCxnSpPr>
            <p:cNvPr id="26" name="Connettore diritto 25">
              <a:extLst>
                <a:ext uri="{FF2B5EF4-FFF2-40B4-BE49-F238E27FC236}">
                  <a16:creationId xmlns:a16="http://schemas.microsoft.com/office/drawing/2014/main" id="{4C936F30-7820-B5B4-01E3-42B020D98995}"/>
                </a:ext>
              </a:extLst>
            </p:cNvPr>
            <p:cNvCxnSpPr>
              <a:stCxn id="24" idx="3"/>
            </p:cNvCxnSpPr>
            <p:nvPr/>
          </p:nvCxnSpPr>
          <p:spPr>
            <a:xfrm>
              <a:off x="4357545" y="3039581"/>
              <a:ext cx="1" cy="288470"/>
            </a:xfrm>
            <a:prstGeom prst="line">
              <a:avLst/>
            </a:prstGeom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2405033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8A2E8-5E2A-0EE3-18D3-08DD32ABE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06A21-38F3-A457-715F-0B8F4B2AF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0296" y="233106"/>
            <a:ext cx="3865738" cy="693418"/>
          </a:xfrm>
        </p:spPr>
        <p:txBody>
          <a:bodyPr>
            <a:normAutofit/>
          </a:bodyPr>
          <a:lstStyle/>
          <a:p>
            <a:r>
              <a:rPr lang="en-US" sz="3600" dirty="0" err="1">
                <a:solidFill>
                  <a:srgbClr val="2C3932"/>
                </a:solidFill>
                <a:latin typeface="Bahnschrift" panose="020B0502040204020203" pitchFamily="34" charset="0"/>
              </a:rPr>
              <a:t>Attori</a:t>
            </a:r>
            <a:r>
              <a:rPr lang="en-US" sz="3600" dirty="0">
                <a:solidFill>
                  <a:srgbClr val="2C3932"/>
                </a:solidFill>
                <a:latin typeface="Bahnschrift" panose="020B0502040204020203" pitchFamily="34" charset="0"/>
              </a:rPr>
              <a:t> e Casi </a:t>
            </a:r>
            <a:r>
              <a:rPr lang="en-US" sz="3600" dirty="0" err="1">
                <a:solidFill>
                  <a:srgbClr val="2C3932"/>
                </a:solidFill>
                <a:latin typeface="Bahnschrift" panose="020B0502040204020203" pitchFamily="34" charset="0"/>
              </a:rPr>
              <a:t>D’uso</a:t>
            </a:r>
            <a:endParaRPr lang="en-US" sz="3600" dirty="0">
              <a:solidFill>
                <a:srgbClr val="2C3932"/>
              </a:solidFill>
              <a:latin typeface="Bahnschrift" panose="020B0502040204020203" pitchFamily="34" charset="0"/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056EFA27-F6EF-23A9-5D03-0F3F48D7A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2327" y="1374231"/>
            <a:ext cx="4906256" cy="4765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266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95332-89D1-2790-111E-8E3378BD2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6E3E0-5BC7-C3E8-D1D6-5669060AB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0296" y="233106"/>
            <a:ext cx="3865738" cy="693418"/>
          </a:xfrm>
        </p:spPr>
        <p:txBody>
          <a:bodyPr>
            <a:normAutofit/>
          </a:bodyPr>
          <a:lstStyle/>
          <a:p>
            <a:r>
              <a:rPr lang="en-US" sz="3600" dirty="0" err="1">
                <a:solidFill>
                  <a:srgbClr val="2C3932"/>
                </a:solidFill>
                <a:latin typeface="Bahnschrift" panose="020B0502040204020203" pitchFamily="34" charset="0"/>
              </a:rPr>
              <a:t>Attori</a:t>
            </a:r>
            <a:r>
              <a:rPr lang="en-US" sz="3600" dirty="0">
                <a:solidFill>
                  <a:srgbClr val="2C3932"/>
                </a:solidFill>
                <a:latin typeface="Bahnschrift" panose="020B0502040204020203" pitchFamily="34" charset="0"/>
              </a:rPr>
              <a:t> e Casi </a:t>
            </a:r>
            <a:r>
              <a:rPr lang="en-US" sz="3600" dirty="0" err="1">
                <a:solidFill>
                  <a:srgbClr val="2C3932"/>
                </a:solidFill>
                <a:latin typeface="Bahnschrift" panose="020B0502040204020203" pitchFamily="34" charset="0"/>
              </a:rPr>
              <a:t>D’uso</a:t>
            </a:r>
            <a:endParaRPr lang="en-US" sz="3600" dirty="0">
              <a:solidFill>
                <a:srgbClr val="2C3932"/>
              </a:solidFill>
              <a:latin typeface="Bahnschrift" panose="020B0502040204020203" pitchFamily="34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D2A48A8-F6AD-A5D4-8ADA-94B74C5C4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895" y="926524"/>
            <a:ext cx="7076209" cy="5573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504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C6052-93D9-18D2-A9A8-555FACA46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34048-1E57-E871-32B0-94C2F75A9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0713" y="223871"/>
            <a:ext cx="2008763" cy="693418"/>
          </a:xfrm>
        </p:spPr>
        <p:txBody>
          <a:bodyPr>
            <a:normAutofit/>
          </a:bodyPr>
          <a:lstStyle/>
          <a:p>
            <a:r>
              <a:rPr lang="en-US" sz="3600" dirty="0" err="1">
                <a:solidFill>
                  <a:srgbClr val="2C3932"/>
                </a:solidFill>
                <a:latin typeface="Bahnschrift" panose="020B0502040204020203" pitchFamily="34" charset="0"/>
              </a:rPr>
              <a:t>Requisiti</a:t>
            </a:r>
            <a:endParaRPr lang="en-US" sz="3600" dirty="0">
              <a:solidFill>
                <a:srgbClr val="2C3932"/>
              </a:solidFill>
              <a:latin typeface="Bahnschrift" panose="020B0502040204020203" pitchFamily="34" charset="0"/>
            </a:endParaRPr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71AA7EF7-AED7-B4E5-4BD4-AADCF11A12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560365"/>
              </p:ext>
            </p:extLst>
          </p:nvPr>
        </p:nvGraphicFramePr>
        <p:xfrm>
          <a:off x="517377" y="1993592"/>
          <a:ext cx="5486259" cy="376630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88513">
                  <a:extLst>
                    <a:ext uri="{9D8B030D-6E8A-4147-A177-3AD203B41FA5}">
                      <a16:colId xmlns:a16="http://schemas.microsoft.com/office/drawing/2014/main" val="1026349445"/>
                    </a:ext>
                  </a:extLst>
                </a:gridCol>
                <a:gridCol w="3897746">
                  <a:extLst>
                    <a:ext uri="{9D8B030D-6E8A-4147-A177-3AD203B41FA5}">
                      <a16:colId xmlns:a16="http://schemas.microsoft.com/office/drawing/2014/main" val="603918213"/>
                    </a:ext>
                  </a:extLst>
                </a:gridCol>
              </a:tblGrid>
              <a:tr h="383027">
                <a:tc>
                  <a:txBody>
                    <a:bodyPr/>
                    <a:lstStyle/>
                    <a:p>
                      <a:r>
                        <a:rPr lang="it-IT" sz="1600" dirty="0"/>
                        <a:t>Categoria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Requisiti non funzionali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2224713"/>
                  </a:ext>
                </a:extLst>
              </a:tr>
              <a:tr h="383027">
                <a:tc>
                  <a:txBody>
                    <a:bodyPr/>
                    <a:lstStyle/>
                    <a:p>
                      <a:r>
                        <a:rPr lang="it-IT" sz="1600" dirty="0"/>
                        <a:t>Sicurezza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Password non in chiaro, autorizzazione sempre lato server, token inaccessibili al browser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63889"/>
                  </a:ext>
                </a:extLst>
              </a:tr>
              <a:tr h="383027">
                <a:tc>
                  <a:txBody>
                    <a:bodyPr/>
                    <a:lstStyle/>
                    <a:p>
                      <a:r>
                        <a:rPr lang="it-IT" sz="1600" dirty="0"/>
                        <a:t>Usabilità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Comandi non consentiti assenti, contrasto conforme WCAG AA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6437529"/>
                  </a:ext>
                </a:extLst>
              </a:tr>
              <a:tr h="383027">
                <a:tc>
                  <a:txBody>
                    <a:bodyPr/>
                    <a:lstStyle/>
                    <a:p>
                      <a:r>
                        <a:rPr lang="it-IT" sz="1600" dirty="0"/>
                        <a:t>Prestazioni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Consultazione paginata, aggregazioni calcolate dal DBMS, immagini compresse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803901"/>
                  </a:ext>
                </a:extLst>
              </a:tr>
              <a:tr h="383027">
                <a:tc>
                  <a:txBody>
                    <a:bodyPr/>
                    <a:lstStyle/>
                    <a:p>
                      <a:r>
                        <a:rPr lang="it-IT" sz="1600" dirty="0"/>
                        <a:t>Affidabilità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Il fallimento di una notifica non blocca l’operazione che l’ha generata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068115"/>
                  </a:ext>
                </a:extLst>
              </a:tr>
              <a:tr h="383027">
                <a:tc>
                  <a:txBody>
                    <a:bodyPr/>
                    <a:lstStyle/>
                    <a:p>
                      <a:r>
                        <a:rPr lang="it-IT" sz="1600" dirty="0"/>
                        <a:t>Manutenibilità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Componenti indipendenti, configurazione esterna al codice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650023"/>
                  </a:ext>
                </a:extLst>
              </a:tr>
            </a:tbl>
          </a:graphicData>
        </a:graphic>
      </p:graphicFrame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D077C09D-586C-9446-9D46-E7313200E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803181"/>
              </p:ext>
            </p:extLst>
          </p:nvPr>
        </p:nvGraphicFramePr>
        <p:xfrm>
          <a:off x="6188366" y="2741365"/>
          <a:ext cx="5486259" cy="227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259">
                  <a:extLst>
                    <a:ext uri="{9D8B030D-6E8A-4147-A177-3AD203B41FA5}">
                      <a16:colId xmlns:a16="http://schemas.microsoft.com/office/drawing/2014/main" val="396011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sz="1600" dirty="0"/>
                        <a:t>Requisiti di dominio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0564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600" dirty="0"/>
                        <a:t>Indirizzi generati con la struttura nome.cognome@bugboard.it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839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600" dirty="0"/>
                        <a:t>Nessuna registrazione autonoma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528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600" dirty="0"/>
                        <a:t>Chi ha la responsabilità di risoluzione dichiara lo stato di avanzamento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2779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600" dirty="0"/>
                        <a:t>Gli utenti </a:t>
                      </a:r>
                      <a:r>
                        <a:rPr lang="it-IT" sz="1600" dirty="0" err="1"/>
                        <a:t>viewer</a:t>
                      </a:r>
                      <a:r>
                        <a:rPr lang="it-IT" sz="1600" dirty="0"/>
                        <a:t> non possono ricevere assegnazioni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1761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2071454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0F468-716A-23F0-1359-F12BC2B9F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3352" y="401958"/>
            <a:ext cx="5321298" cy="788668"/>
          </a:xfrm>
        </p:spPr>
        <p:txBody>
          <a:bodyPr>
            <a:normAutofit/>
          </a:bodyPr>
          <a:lstStyle/>
          <a:p>
            <a:r>
              <a:rPr lang="en-US" sz="3600" dirty="0" err="1">
                <a:solidFill>
                  <a:srgbClr val="2C3932"/>
                </a:solidFill>
                <a:latin typeface="Bahnschrift" panose="020B0502040204020203" pitchFamily="34" charset="0"/>
              </a:rPr>
              <a:t>Architettura</a:t>
            </a:r>
            <a:r>
              <a:rPr lang="en-US" sz="3600" dirty="0">
                <a:solidFill>
                  <a:srgbClr val="2C3932"/>
                </a:solidFill>
                <a:latin typeface="Bahnschrift" panose="020B0502040204020203" pitchFamily="34" charset="0"/>
              </a:rPr>
              <a:t> </a:t>
            </a:r>
            <a:r>
              <a:rPr lang="en-US" sz="3600" dirty="0" err="1">
                <a:solidFill>
                  <a:srgbClr val="2C3932"/>
                </a:solidFill>
                <a:latin typeface="Bahnschrift" panose="020B0502040204020203" pitchFamily="34" charset="0"/>
              </a:rPr>
              <a:t>complessiva</a:t>
            </a:r>
            <a:endParaRPr lang="en-US" sz="3600" dirty="0">
              <a:solidFill>
                <a:srgbClr val="2C3932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5641EB09-121C-4FEE-E4BE-2DBE6428D14C}"/>
              </a:ext>
            </a:extLst>
          </p:cNvPr>
          <p:cNvSpPr/>
          <p:nvPr/>
        </p:nvSpPr>
        <p:spPr>
          <a:xfrm>
            <a:off x="1339273" y="2620818"/>
            <a:ext cx="1644072" cy="914400"/>
          </a:xfrm>
          <a:prstGeom prst="rect">
            <a:avLst/>
          </a:prstGeom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725044A-A7FF-35B9-2908-7DBC0370F42C}"/>
              </a:ext>
            </a:extLst>
          </p:cNvPr>
          <p:cNvSpPr txBox="1"/>
          <p:nvPr/>
        </p:nvSpPr>
        <p:spPr>
          <a:xfrm>
            <a:off x="1652996" y="2754852"/>
            <a:ext cx="10166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solidFill>
                  <a:schemeClr val="accent6"/>
                </a:solidFill>
              </a:rPr>
              <a:t>Angular</a:t>
            </a:r>
            <a:endParaRPr lang="it-IT" dirty="0">
              <a:solidFill>
                <a:schemeClr val="accent6"/>
              </a:solidFill>
            </a:endParaRPr>
          </a:p>
          <a:p>
            <a:pPr algn="ctr"/>
            <a:r>
              <a:rPr lang="it-IT" dirty="0">
                <a:solidFill>
                  <a:schemeClr val="accent6"/>
                </a:solidFill>
              </a:rPr>
              <a:t>(client)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775273CA-EC29-BAD0-DC44-99C9E5A913C8}"/>
              </a:ext>
            </a:extLst>
          </p:cNvPr>
          <p:cNvSpPr/>
          <p:nvPr/>
        </p:nvSpPr>
        <p:spPr>
          <a:xfrm>
            <a:off x="4576618" y="2620818"/>
            <a:ext cx="1644072" cy="914400"/>
          </a:xfrm>
          <a:prstGeom prst="rect">
            <a:avLst/>
          </a:prstGeom>
          <a:ln w="19050">
            <a:solidFill>
              <a:schemeClr val="accent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3A28E42-8D38-12CA-5EDC-E33CFCABEBC4}"/>
              </a:ext>
            </a:extLst>
          </p:cNvPr>
          <p:cNvSpPr txBox="1"/>
          <p:nvPr/>
        </p:nvSpPr>
        <p:spPr>
          <a:xfrm>
            <a:off x="4890341" y="2754852"/>
            <a:ext cx="10663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accent3"/>
                </a:solidFill>
              </a:rPr>
              <a:t>Express</a:t>
            </a:r>
          </a:p>
          <a:p>
            <a:pPr algn="ctr"/>
            <a:r>
              <a:rPr lang="it-IT" dirty="0">
                <a:solidFill>
                  <a:schemeClr val="accent3"/>
                </a:solidFill>
              </a:rPr>
              <a:t>(server)</a:t>
            </a:r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F3A56FCA-3B58-BD82-30DE-766E18071EC5}"/>
              </a:ext>
            </a:extLst>
          </p:cNvPr>
          <p:cNvCxnSpPr/>
          <p:nvPr/>
        </p:nvCxnSpPr>
        <p:spPr>
          <a:xfrm>
            <a:off x="2983345" y="2893868"/>
            <a:ext cx="1593273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753ED5C8-AC1A-C17F-4CDA-F187C5D5E9D5}"/>
              </a:ext>
            </a:extLst>
          </p:cNvPr>
          <p:cNvCxnSpPr>
            <a:cxnSpLocks/>
          </p:cNvCxnSpPr>
          <p:nvPr/>
        </p:nvCxnSpPr>
        <p:spPr>
          <a:xfrm flipH="1">
            <a:off x="2983345" y="3262168"/>
            <a:ext cx="1593273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3505BB9-D74B-2180-8926-982A053DC85C}"/>
              </a:ext>
            </a:extLst>
          </p:cNvPr>
          <p:cNvSpPr txBox="1"/>
          <p:nvPr/>
        </p:nvSpPr>
        <p:spPr>
          <a:xfrm>
            <a:off x="3100530" y="2614895"/>
            <a:ext cx="12698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>
                <a:solidFill>
                  <a:schemeClr val="accent5"/>
                </a:solidFill>
              </a:rPr>
              <a:t>REST / HTTPS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A79D6279-68E3-5549-3836-6947F2ED273D}"/>
              </a:ext>
            </a:extLst>
          </p:cNvPr>
          <p:cNvSpPr txBox="1"/>
          <p:nvPr/>
        </p:nvSpPr>
        <p:spPr>
          <a:xfrm>
            <a:off x="3473647" y="3300307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>
                <a:solidFill>
                  <a:schemeClr val="accent5"/>
                </a:solidFill>
              </a:rPr>
              <a:t>JSON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4227EAAA-2B5B-BE51-F3FE-0A43AE85EDF0}"/>
              </a:ext>
            </a:extLst>
          </p:cNvPr>
          <p:cNvSpPr txBox="1"/>
          <p:nvPr/>
        </p:nvSpPr>
        <p:spPr>
          <a:xfrm>
            <a:off x="1839745" y="3585912"/>
            <a:ext cx="6431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 err="1">
                <a:solidFill>
                  <a:schemeClr val="accent6"/>
                </a:solidFill>
              </a:rPr>
              <a:t>Vercel</a:t>
            </a:r>
            <a:endParaRPr lang="it-IT" sz="1200" dirty="0">
              <a:solidFill>
                <a:schemeClr val="accent6"/>
              </a:solidFill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65ECE2F5-46BD-D07B-6908-08C33D6C1BB2}"/>
              </a:ext>
            </a:extLst>
          </p:cNvPr>
          <p:cNvSpPr txBox="1"/>
          <p:nvPr/>
        </p:nvSpPr>
        <p:spPr>
          <a:xfrm>
            <a:off x="5070679" y="3585912"/>
            <a:ext cx="7056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>
                <a:solidFill>
                  <a:schemeClr val="accent3"/>
                </a:solidFill>
              </a:rPr>
              <a:t>Render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E0989C3C-D590-DB23-09C2-A8C444EB397F}"/>
              </a:ext>
            </a:extLst>
          </p:cNvPr>
          <p:cNvSpPr/>
          <p:nvPr/>
        </p:nvSpPr>
        <p:spPr>
          <a:xfrm>
            <a:off x="6849918" y="2614895"/>
            <a:ext cx="1887682" cy="914400"/>
          </a:xfrm>
          <a:prstGeom prst="rect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accent2"/>
              </a:solidFill>
            </a:endParaRP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1670F746-F628-0571-9E5F-FF02BE0CE152}"/>
              </a:ext>
            </a:extLst>
          </p:cNvPr>
          <p:cNvSpPr txBox="1"/>
          <p:nvPr/>
        </p:nvSpPr>
        <p:spPr>
          <a:xfrm>
            <a:off x="7035378" y="2748929"/>
            <a:ext cx="15167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solidFill>
                  <a:schemeClr val="accent2"/>
                </a:solidFill>
              </a:rPr>
              <a:t>PostgreSQL</a:t>
            </a:r>
            <a:endParaRPr lang="it-IT" dirty="0">
              <a:solidFill>
                <a:schemeClr val="accent2"/>
              </a:solidFill>
            </a:endParaRPr>
          </a:p>
          <a:p>
            <a:pPr algn="ctr"/>
            <a:r>
              <a:rPr lang="it-IT" dirty="0">
                <a:solidFill>
                  <a:schemeClr val="accent2"/>
                </a:solidFill>
              </a:rPr>
              <a:t>(Neon)</a:t>
            </a:r>
          </a:p>
        </p:txBody>
      </p: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D25DBB0E-B193-8D97-59A9-1F1DFC67302D}"/>
              </a:ext>
            </a:extLst>
          </p:cNvPr>
          <p:cNvCxnSpPr>
            <a:cxnSpLocks/>
          </p:cNvCxnSpPr>
          <p:nvPr/>
        </p:nvCxnSpPr>
        <p:spPr>
          <a:xfrm>
            <a:off x="6220690" y="2891894"/>
            <a:ext cx="629228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22569478-831F-C6B8-379C-5AF64390269A}"/>
              </a:ext>
            </a:extLst>
          </p:cNvPr>
          <p:cNvCxnSpPr>
            <a:cxnSpLocks/>
          </p:cNvCxnSpPr>
          <p:nvPr/>
        </p:nvCxnSpPr>
        <p:spPr>
          <a:xfrm flipH="1">
            <a:off x="6220690" y="3262168"/>
            <a:ext cx="629228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64769B0-BE07-91A9-59E7-E4C6CDF45700}"/>
              </a:ext>
            </a:extLst>
          </p:cNvPr>
          <p:cNvSpPr txBox="1"/>
          <p:nvPr/>
        </p:nvSpPr>
        <p:spPr>
          <a:xfrm>
            <a:off x="4734003" y="1052597"/>
            <a:ext cx="62799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2C3932"/>
                </a:solidFill>
              </a:rPr>
              <a:t>Componenti indipendenti, dispiegate separatamente, che comunicano tramite REST API.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6E816ECA-7C7E-DC61-176D-7966FD64D631}"/>
              </a:ext>
            </a:extLst>
          </p:cNvPr>
          <p:cNvSpPr txBox="1"/>
          <p:nvPr/>
        </p:nvSpPr>
        <p:spPr>
          <a:xfrm>
            <a:off x="3658139" y="4235743"/>
            <a:ext cx="575432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>
                <a:latin typeface="Bahnschrift" panose="020B0502040204020203" pitchFamily="34" charset="0"/>
              </a:rPr>
              <a:t>Separazione delle responsabilità</a:t>
            </a:r>
            <a:r>
              <a:rPr lang="it-IT" sz="1600" dirty="0"/>
              <a:t>: ogni unità ha un compito specifico e ben definito.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>
                <a:latin typeface="Bahnschrift" panose="020B0502040204020203" pitchFamily="34" charset="0"/>
              </a:rPr>
              <a:t>Verificabilità</a:t>
            </a:r>
            <a:r>
              <a:rPr lang="it-IT" sz="1600" dirty="0"/>
              <a:t>: sistema progettato per essere testato automaticamente senza richiedere risorse esterne.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>
                <a:latin typeface="Bahnschrift" panose="020B0502040204020203" pitchFamily="34" charset="0"/>
              </a:rPr>
              <a:t>Estensibilità</a:t>
            </a:r>
            <a:r>
              <a:rPr lang="it-IT" sz="1600" dirty="0"/>
              <a:t>: l’aggiunta di nuove entità non modifica i moduli esistenti. </a:t>
            </a:r>
          </a:p>
        </p:txBody>
      </p:sp>
    </p:spTree>
    <p:extLst>
      <p:ext uri="{BB962C8B-B14F-4D97-AF65-F5344CB8AC3E}">
        <p14:creationId xmlns:p14="http://schemas.microsoft.com/office/powerpoint/2010/main" val="3225342257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071D7-32A6-0772-5158-2F1B461A5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2704" y="329552"/>
            <a:ext cx="3586592" cy="845818"/>
          </a:xfrm>
        </p:spPr>
        <p:txBody>
          <a:bodyPr/>
          <a:lstStyle/>
          <a:p>
            <a:r>
              <a:rPr lang="en-US" dirty="0" err="1"/>
              <a:t>Struttura</a:t>
            </a:r>
            <a:r>
              <a:rPr lang="en-US" dirty="0"/>
              <a:t> del server</a:t>
            </a: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4618075A-E545-A9E0-5547-BF31766240D8}"/>
              </a:ext>
            </a:extLst>
          </p:cNvPr>
          <p:cNvSpPr txBox="1"/>
          <p:nvPr/>
        </p:nvSpPr>
        <p:spPr>
          <a:xfrm>
            <a:off x="685800" y="1661104"/>
            <a:ext cx="3536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2C3932"/>
                </a:solidFill>
                <a:latin typeface="Bahnschrift" panose="020B0502040204020203" pitchFamily="34" charset="0"/>
              </a:rPr>
              <a:t>Architettura a 4 livelli (</a:t>
            </a:r>
            <a:r>
              <a:rPr lang="it-IT" b="1" dirty="0" err="1">
                <a:solidFill>
                  <a:srgbClr val="2C3932"/>
                </a:solidFill>
                <a:latin typeface="Bahnschrift" panose="020B0502040204020203" pitchFamily="34" charset="0"/>
              </a:rPr>
              <a:t>Layered</a:t>
            </a:r>
            <a:r>
              <a:rPr lang="it-IT" b="1" dirty="0">
                <a:solidFill>
                  <a:srgbClr val="2C3932"/>
                </a:solidFill>
                <a:latin typeface="Bahnschrift" panose="020B0502040204020203" pitchFamily="34" charset="0"/>
              </a:rPr>
              <a:t>)</a:t>
            </a:r>
          </a:p>
        </p:txBody>
      </p:sp>
      <p:sp>
        <p:nvSpPr>
          <p:cNvPr id="39" name="Rettangolo con angoli arrotondati 38">
            <a:extLst>
              <a:ext uri="{FF2B5EF4-FFF2-40B4-BE49-F238E27FC236}">
                <a16:creationId xmlns:a16="http://schemas.microsoft.com/office/drawing/2014/main" id="{E38554E2-84FE-489A-82DC-14894F5FCAAE}"/>
              </a:ext>
            </a:extLst>
          </p:cNvPr>
          <p:cNvSpPr/>
          <p:nvPr/>
        </p:nvSpPr>
        <p:spPr>
          <a:xfrm>
            <a:off x="434772" y="2085920"/>
            <a:ext cx="4038601" cy="621506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Ovale 39">
            <a:extLst>
              <a:ext uri="{FF2B5EF4-FFF2-40B4-BE49-F238E27FC236}">
                <a16:creationId xmlns:a16="http://schemas.microsoft.com/office/drawing/2014/main" id="{747886AE-C119-1750-163A-E995E99E8D04}"/>
              </a:ext>
            </a:extLst>
          </p:cNvPr>
          <p:cNvSpPr/>
          <p:nvPr/>
        </p:nvSpPr>
        <p:spPr>
          <a:xfrm>
            <a:off x="506412" y="2140390"/>
            <a:ext cx="512565" cy="51256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sz="1400" dirty="0">
              <a:solidFill>
                <a:srgbClr val="2C3932"/>
              </a:solidFill>
            </a:endParaRPr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3E0EF714-50C6-DCF7-1F2D-032CCBB466A9}"/>
              </a:ext>
            </a:extLst>
          </p:cNvPr>
          <p:cNvSpPr txBox="1"/>
          <p:nvPr/>
        </p:nvSpPr>
        <p:spPr>
          <a:xfrm>
            <a:off x="555870" y="2212006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chemeClr val="accent1"/>
                </a:solidFill>
                <a:latin typeface="Bahnschrift" panose="020B0502040204020203" pitchFamily="34" charset="0"/>
              </a:rPr>
              <a:t>01</a:t>
            </a: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4C4F49AA-6581-61B3-C426-AA6438DF4C8A}"/>
              </a:ext>
            </a:extLst>
          </p:cNvPr>
          <p:cNvSpPr txBox="1"/>
          <p:nvPr/>
        </p:nvSpPr>
        <p:spPr>
          <a:xfrm>
            <a:off x="1068435" y="2122709"/>
            <a:ext cx="28969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b="1" dirty="0">
                <a:solidFill>
                  <a:schemeClr val="bg1"/>
                </a:solidFill>
                <a:latin typeface="Bahnschrift" panose="020B0502040204020203" pitchFamily="34" charset="0"/>
              </a:rPr>
              <a:t>Presentation Layer (Route + Controller)</a:t>
            </a: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E0E06FD1-CF23-CE38-2437-D913135026F4}"/>
              </a:ext>
            </a:extLst>
          </p:cNvPr>
          <p:cNvSpPr txBox="1"/>
          <p:nvPr/>
        </p:nvSpPr>
        <p:spPr>
          <a:xfrm>
            <a:off x="1068435" y="2340434"/>
            <a:ext cx="3069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800" dirty="0">
                <a:solidFill>
                  <a:schemeClr val="bg1"/>
                </a:solidFill>
              </a:rPr>
              <a:t>Ricevono le richieste HTTP, ne validano il contenuto con </a:t>
            </a:r>
            <a:r>
              <a:rPr lang="it-IT" sz="800" dirty="0" err="1">
                <a:solidFill>
                  <a:schemeClr val="bg1"/>
                </a:solidFill>
              </a:rPr>
              <a:t>Zod</a:t>
            </a:r>
            <a:r>
              <a:rPr lang="it-IT" sz="800" dirty="0">
                <a:solidFill>
                  <a:schemeClr val="bg1"/>
                </a:solidFill>
              </a:rPr>
              <a:t> e traducono l'esito nei codici di stato appropriati. </a:t>
            </a:r>
          </a:p>
        </p:txBody>
      </p:sp>
      <p:sp>
        <p:nvSpPr>
          <p:cNvPr id="46" name="Rettangolo con angoli arrotondati 45">
            <a:extLst>
              <a:ext uri="{FF2B5EF4-FFF2-40B4-BE49-F238E27FC236}">
                <a16:creationId xmlns:a16="http://schemas.microsoft.com/office/drawing/2014/main" id="{7E8B91CD-DAEA-72BF-7D57-3D6EF9601EA3}"/>
              </a:ext>
            </a:extLst>
          </p:cNvPr>
          <p:cNvSpPr/>
          <p:nvPr/>
        </p:nvSpPr>
        <p:spPr>
          <a:xfrm>
            <a:off x="434772" y="2775845"/>
            <a:ext cx="4038601" cy="62150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8" name="Ovale 47">
            <a:extLst>
              <a:ext uri="{FF2B5EF4-FFF2-40B4-BE49-F238E27FC236}">
                <a16:creationId xmlns:a16="http://schemas.microsoft.com/office/drawing/2014/main" id="{B8A0CD2C-1D4B-7911-F0B7-948A2F4E9774}"/>
              </a:ext>
            </a:extLst>
          </p:cNvPr>
          <p:cNvSpPr/>
          <p:nvPr/>
        </p:nvSpPr>
        <p:spPr>
          <a:xfrm>
            <a:off x="3881973" y="2826744"/>
            <a:ext cx="512565" cy="51256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sz="1400" dirty="0">
              <a:solidFill>
                <a:srgbClr val="2C3932"/>
              </a:solidFill>
            </a:endParaRPr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B26CD6D5-370C-0A37-8595-56D150F5C637}"/>
              </a:ext>
            </a:extLst>
          </p:cNvPr>
          <p:cNvSpPr txBox="1"/>
          <p:nvPr/>
        </p:nvSpPr>
        <p:spPr>
          <a:xfrm>
            <a:off x="3931431" y="2898360"/>
            <a:ext cx="429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chemeClr val="accent2"/>
                </a:solidFill>
                <a:latin typeface="Bahnschrift" panose="020B0502040204020203" pitchFamily="34" charset="0"/>
              </a:rPr>
              <a:t>02</a:t>
            </a:r>
          </a:p>
        </p:txBody>
      </p: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70AECAE3-3B32-5D67-8C0B-E0B1E02F34D6}"/>
              </a:ext>
            </a:extLst>
          </p:cNvPr>
          <p:cNvSpPr txBox="1"/>
          <p:nvPr/>
        </p:nvSpPr>
        <p:spPr>
          <a:xfrm>
            <a:off x="1560504" y="2848840"/>
            <a:ext cx="23214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b="1" dirty="0">
                <a:solidFill>
                  <a:schemeClr val="bg1"/>
                </a:solidFill>
                <a:latin typeface="Bahnschrift" panose="020B0502040204020203" pitchFamily="34" charset="0"/>
              </a:rPr>
              <a:t>Business Logic Layer (Service)</a:t>
            </a:r>
          </a:p>
        </p:txBody>
      </p: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D5751702-B4CD-E27F-957A-A0A0DB493C4B}"/>
              </a:ext>
            </a:extLst>
          </p:cNvPr>
          <p:cNvSpPr txBox="1"/>
          <p:nvPr/>
        </p:nvSpPr>
        <p:spPr>
          <a:xfrm>
            <a:off x="787423" y="3065712"/>
            <a:ext cx="30698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800" dirty="0">
                <a:solidFill>
                  <a:schemeClr val="bg1"/>
                </a:solidFill>
              </a:rPr>
              <a:t>Contengono le regole di dominio</a:t>
            </a:r>
          </a:p>
        </p:txBody>
      </p:sp>
      <p:sp>
        <p:nvSpPr>
          <p:cNvPr id="56" name="Rettangolo con angoli arrotondati 55">
            <a:extLst>
              <a:ext uri="{FF2B5EF4-FFF2-40B4-BE49-F238E27FC236}">
                <a16:creationId xmlns:a16="http://schemas.microsoft.com/office/drawing/2014/main" id="{7D46B3DF-9DE0-697F-6BCD-361420528CAF}"/>
              </a:ext>
            </a:extLst>
          </p:cNvPr>
          <p:cNvSpPr/>
          <p:nvPr/>
        </p:nvSpPr>
        <p:spPr>
          <a:xfrm>
            <a:off x="434772" y="3470704"/>
            <a:ext cx="4038601" cy="62150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8" name="Ovale 57">
            <a:extLst>
              <a:ext uri="{FF2B5EF4-FFF2-40B4-BE49-F238E27FC236}">
                <a16:creationId xmlns:a16="http://schemas.microsoft.com/office/drawing/2014/main" id="{7C8D0129-4D88-206A-4504-275CAD80CEEA}"/>
              </a:ext>
            </a:extLst>
          </p:cNvPr>
          <p:cNvSpPr/>
          <p:nvPr/>
        </p:nvSpPr>
        <p:spPr>
          <a:xfrm>
            <a:off x="506412" y="3525174"/>
            <a:ext cx="512565" cy="51256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sz="1400" dirty="0">
              <a:solidFill>
                <a:srgbClr val="2C3932"/>
              </a:solidFill>
            </a:endParaRPr>
          </a:p>
        </p:txBody>
      </p: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7A77FB78-5B40-138C-90AB-94C8E8EDF147}"/>
              </a:ext>
            </a:extLst>
          </p:cNvPr>
          <p:cNvSpPr txBox="1"/>
          <p:nvPr/>
        </p:nvSpPr>
        <p:spPr>
          <a:xfrm>
            <a:off x="536820" y="3603140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chemeClr val="accent3"/>
                </a:solidFill>
                <a:latin typeface="Bahnschrift" panose="020B0502040204020203" pitchFamily="34" charset="0"/>
              </a:rPr>
              <a:t>03</a:t>
            </a:r>
          </a:p>
        </p:txBody>
      </p: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039143FE-8211-E028-5177-CC8BE0415180}"/>
              </a:ext>
            </a:extLst>
          </p:cNvPr>
          <p:cNvSpPr txBox="1"/>
          <p:nvPr/>
        </p:nvSpPr>
        <p:spPr>
          <a:xfrm>
            <a:off x="1049385" y="3484564"/>
            <a:ext cx="23503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b="1" dirty="0">
                <a:solidFill>
                  <a:schemeClr val="bg1"/>
                </a:solidFill>
                <a:latin typeface="Bahnschrift" panose="020B0502040204020203" pitchFamily="34" charset="0"/>
              </a:rPr>
              <a:t>Data Access Layer (Repository)</a:t>
            </a:r>
          </a:p>
        </p:txBody>
      </p:sp>
      <p:sp>
        <p:nvSpPr>
          <p:cNvPr id="64" name="CasellaDiTesto 63">
            <a:extLst>
              <a:ext uri="{FF2B5EF4-FFF2-40B4-BE49-F238E27FC236}">
                <a16:creationId xmlns:a16="http://schemas.microsoft.com/office/drawing/2014/main" id="{4740575C-D1A6-00F2-C4C3-1A67882E6EEB}"/>
              </a:ext>
            </a:extLst>
          </p:cNvPr>
          <p:cNvSpPr txBox="1"/>
          <p:nvPr/>
        </p:nvSpPr>
        <p:spPr>
          <a:xfrm>
            <a:off x="1049385" y="3702289"/>
            <a:ext cx="31729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800" dirty="0">
                <a:solidFill>
                  <a:schemeClr val="bg1"/>
                </a:solidFill>
              </a:rPr>
              <a:t>Interagiscono il DBMS tramite </a:t>
            </a:r>
            <a:r>
              <a:rPr lang="it-IT" sz="800" dirty="0" err="1">
                <a:solidFill>
                  <a:schemeClr val="bg1"/>
                </a:solidFill>
              </a:rPr>
              <a:t>Drizzle</a:t>
            </a:r>
            <a:r>
              <a:rPr lang="it-IT" sz="800" dirty="0">
                <a:solidFill>
                  <a:schemeClr val="bg1"/>
                </a:solidFill>
              </a:rPr>
              <a:t> ORM. Ricevono dati già validati e astraggono i dettagli SQL dal resto dell'applicazione.</a:t>
            </a:r>
          </a:p>
        </p:txBody>
      </p:sp>
      <p:sp>
        <p:nvSpPr>
          <p:cNvPr id="66" name="Rettangolo con angoli arrotondati 65">
            <a:extLst>
              <a:ext uri="{FF2B5EF4-FFF2-40B4-BE49-F238E27FC236}">
                <a16:creationId xmlns:a16="http://schemas.microsoft.com/office/drawing/2014/main" id="{DD5D38CF-95CD-8933-921A-1FB614AC8AF6}"/>
              </a:ext>
            </a:extLst>
          </p:cNvPr>
          <p:cNvSpPr/>
          <p:nvPr/>
        </p:nvSpPr>
        <p:spPr>
          <a:xfrm>
            <a:off x="434772" y="4146680"/>
            <a:ext cx="4038601" cy="62150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8" name="Ovale 67">
            <a:extLst>
              <a:ext uri="{FF2B5EF4-FFF2-40B4-BE49-F238E27FC236}">
                <a16:creationId xmlns:a16="http://schemas.microsoft.com/office/drawing/2014/main" id="{E31A1B43-1A19-5276-16E2-474EF847503E}"/>
              </a:ext>
            </a:extLst>
          </p:cNvPr>
          <p:cNvSpPr/>
          <p:nvPr/>
        </p:nvSpPr>
        <p:spPr>
          <a:xfrm>
            <a:off x="3881973" y="4197579"/>
            <a:ext cx="512565" cy="51256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sz="1400" dirty="0">
              <a:solidFill>
                <a:srgbClr val="2C3932"/>
              </a:solidFill>
            </a:endParaRPr>
          </a:p>
        </p:txBody>
      </p:sp>
      <p:sp>
        <p:nvSpPr>
          <p:cNvPr id="70" name="CasellaDiTesto 69">
            <a:extLst>
              <a:ext uri="{FF2B5EF4-FFF2-40B4-BE49-F238E27FC236}">
                <a16:creationId xmlns:a16="http://schemas.microsoft.com/office/drawing/2014/main" id="{EBE88D41-79B5-3DD9-5141-F5BFD5D86E90}"/>
              </a:ext>
            </a:extLst>
          </p:cNvPr>
          <p:cNvSpPr txBox="1"/>
          <p:nvPr/>
        </p:nvSpPr>
        <p:spPr>
          <a:xfrm>
            <a:off x="3931431" y="4269195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chemeClr val="accent6"/>
                </a:solidFill>
                <a:latin typeface="Bahnschrift" panose="020B0502040204020203" pitchFamily="34" charset="0"/>
              </a:rPr>
              <a:t>04</a:t>
            </a:r>
          </a:p>
        </p:txBody>
      </p:sp>
      <p:sp>
        <p:nvSpPr>
          <p:cNvPr id="72" name="CasellaDiTesto 71">
            <a:extLst>
              <a:ext uri="{FF2B5EF4-FFF2-40B4-BE49-F238E27FC236}">
                <a16:creationId xmlns:a16="http://schemas.microsoft.com/office/drawing/2014/main" id="{6935CE9A-4E47-B272-18E2-D1EFADB4E1EC}"/>
              </a:ext>
            </a:extLst>
          </p:cNvPr>
          <p:cNvSpPr txBox="1"/>
          <p:nvPr/>
        </p:nvSpPr>
        <p:spPr>
          <a:xfrm>
            <a:off x="2436804" y="4219675"/>
            <a:ext cx="14269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Persistence</a:t>
            </a:r>
            <a:r>
              <a:rPr lang="it-IT" sz="1200" b="1" dirty="0">
                <a:solidFill>
                  <a:schemeClr val="bg1"/>
                </a:solidFill>
                <a:latin typeface="Bahnschrift" panose="020B0502040204020203" pitchFamily="34" charset="0"/>
              </a:rPr>
              <a:t> Layer</a:t>
            </a:r>
          </a:p>
        </p:txBody>
      </p:sp>
      <p:sp>
        <p:nvSpPr>
          <p:cNvPr id="74" name="CasellaDiTesto 73">
            <a:extLst>
              <a:ext uri="{FF2B5EF4-FFF2-40B4-BE49-F238E27FC236}">
                <a16:creationId xmlns:a16="http://schemas.microsoft.com/office/drawing/2014/main" id="{8331E688-FB1F-1F2B-0E6D-C80C7AAD8D0C}"/>
              </a:ext>
            </a:extLst>
          </p:cNvPr>
          <p:cNvSpPr txBox="1"/>
          <p:nvPr/>
        </p:nvSpPr>
        <p:spPr>
          <a:xfrm>
            <a:off x="787423" y="4436547"/>
            <a:ext cx="30698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800" dirty="0">
                <a:solidFill>
                  <a:schemeClr val="bg1"/>
                </a:solidFill>
              </a:rPr>
              <a:t>Base di dati relazionale </a:t>
            </a:r>
            <a:r>
              <a:rPr lang="it-IT" sz="800" dirty="0" err="1">
                <a:solidFill>
                  <a:schemeClr val="bg1"/>
                </a:solidFill>
              </a:rPr>
              <a:t>PostgreSQL</a:t>
            </a:r>
            <a:endParaRPr lang="it-IT" sz="800" dirty="0">
              <a:solidFill>
                <a:schemeClr val="bg1"/>
              </a:solidFill>
            </a:endParaRPr>
          </a:p>
        </p:txBody>
      </p:sp>
      <p:cxnSp>
        <p:nvCxnSpPr>
          <p:cNvPr id="80" name="Connettore curvo 79">
            <a:extLst>
              <a:ext uri="{FF2B5EF4-FFF2-40B4-BE49-F238E27FC236}">
                <a16:creationId xmlns:a16="http://schemas.microsoft.com/office/drawing/2014/main" id="{4F685A6E-7740-35F3-5AEB-5DAC493E53FB}"/>
              </a:ext>
            </a:extLst>
          </p:cNvPr>
          <p:cNvCxnSpPr>
            <a:stCxn id="39" idx="3"/>
            <a:endCxn id="46" idx="3"/>
          </p:cNvCxnSpPr>
          <p:nvPr/>
        </p:nvCxnSpPr>
        <p:spPr>
          <a:xfrm>
            <a:off x="4473373" y="2396673"/>
            <a:ext cx="12700" cy="689925"/>
          </a:xfrm>
          <a:prstGeom prst="curvedConnector3">
            <a:avLst>
              <a:gd name="adj1" fmla="val 1800000"/>
            </a:avLst>
          </a:prstGeom>
          <a:ln w="12700">
            <a:solidFill>
              <a:srgbClr val="2C393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ttore curvo 80">
            <a:extLst>
              <a:ext uri="{FF2B5EF4-FFF2-40B4-BE49-F238E27FC236}">
                <a16:creationId xmlns:a16="http://schemas.microsoft.com/office/drawing/2014/main" id="{E74B8C91-AF82-2D9B-D29C-FE4680D2E9F1}"/>
              </a:ext>
            </a:extLst>
          </p:cNvPr>
          <p:cNvCxnSpPr>
            <a:cxnSpLocks/>
          </p:cNvCxnSpPr>
          <p:nvPr/>
        </p:nvCxnSpPr>
        <p:spPr>
          <a:xfrm>
            <a:off x="4473373" y="3096124"/>
            <a:ext cx="12700" cy="694859"/>
          </a:xfrm>
          <a:prstGeom prst="curvedConnector3">
            <a:avLst>
              <a:gd name="adj1" fmla="val 1800000"/>
            </a:avLst>
          </a:prstGeom>
          <a:ln w="12700">
            <a:solidFill>
              <a:srgbClr val="2C393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ttore curvo 83">
            <a:extLst>
              <a:ext uri="{FF2B5EF4-FFF2-40B4-BE49-F238E27FC236}">
                <a16:creationId xmlns:a16="http://schemas.microsoft.com/office/drawing/2014/main" id="{B6F7E86E-2CFA-5498-9B7D-CD2914821143}"/>
              </a:ext>
            </a:extLst>
          </p:cNvPr>
          <p:cNvCxnSpPr>
            <a:cxnSpLocks/>
          </p:cNvCxnSpPr>
          <p:nvPr/>
        </p:nvCxnSpPr>
        <p:spPr>
          <a:xfrm>
            <a:off x="4473373" y="3805272"/>
            <a:ext cx="12700" cy="675976"/>
          </a:xfrm>
          <a:prstGeom prst="curvedConnector3">
            <a:avLst>
              <a:gd name="adj1" fmla="val 1800000"/>
            </a:avLst>
          </a:prstGeom>
          <a:ln w="12700">
            <a:solidFill>
              <a:srgbClr val="2C393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CasellaDiTesto 90">
            <a:extLst>
              <a:ext uri="{FF2B5EF4-FFF2-40B4-BE49-F238E27FC236}">
                <a16:creationId xmlns:a16="http://schemas.microsoft.com/office/drawing/2014/main" id="{17A768CE-5EBE-A14B-3E38-908F95A292B9}"/>
              </a:ext>
            </a:extLst>
          </p:cNvPr>
          <p:cNvSpPr txBox="1"/>
          <p:nvPr/>
        </p:nvSpPr>
        <p:spPr>
          <a:xfrm>
            <a:off x="7054981" y="1661104"/>
            <a:ext cx="2379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2C3932"/>
                </a:solidFill>
                <a:latin typeface="Bahnschrift" panose="020B0502040204020203" pitchFamily="34" charset="0"/>
              </a:rPr>
              <a:t>Pattern Architetturali</a:t>
            </a:r>
          </a:p>
        </p:txBody>
      </p:sp>
      <p:sp>
        <p:nvSpPr>
          <p:cNvPr id="93" name="Rettangolo con angoli arrotondati 92">
            <a:extLst>
              <a:ext uri="{FF2B5EF4-FFF2-40B4-BE49-F238E27FC236}">
                <a16:creationId xmlns:a16="http://schemas.microsoft.com/office/drawing/2014/main" id="{00F69EA6-7E76-AC14-2F74-D3EB72253254}"/>
              </a:ext>
            </a:extLst>
          </p:cNvPr>
          <p:cNvSpPr/>
          <p:nvPr/>
        </p:nvSpPr>
        <p:spPr>
          <a:xfrm>
            <a:off x="5356342" y="2085918"/>
            <a:ext cx="2795115" cy="1195237"/>
          </a:xfrm>
          <a:prstGeom prst="roundRect">
            <a:avLst>
              <a:gd name="adj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4" name="CasellaDiTesto 93">
            <a:extLst>
              <a:ext uri="{FF2B5EF4-FFF2-40B4-BE49-F238E27FC236}">
                <a16:creationId xmlns:a16="http://schemas.microsoft.com/office/drawing/2014/main" id="{5F18E79D-C51D-18A7-2F4B-260E532C7163}"/>
              </a:ext>
            </a:extLst>
          </p:cNvPr>
          <p:cNvSpPr txBox="1"/>
          <p:nvPr/>
        </p:nvSpPr>
        <p:spPr>
          <a:xfrm>
            <a:off x="5449455" y="2122709"/>
            <a:ext cx="1755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>
                <a:solidFill>
                  <a:schemeClr val="bg1"/>
                </a:solidFill>
                <a:latin typeface="Bahnschrift" panose="020B0502040204020203" pitchFamily="34" charset="0"/>
              </a:rPr>
              <a:t>Repository Pattern</a:t>
            </a:r>
          </a:p>
        </p:txBody>
      </p:sp>
      <p:sp>
        <p:nvSpPr>
          <p:cNvPr id="95" name="CasellaDiTesto 94">
            <a:extLst>
              <a:ext uri="{FF2B5EF4-FFF2-40B4-BE49-F238E27FC236}">
                <a16:creationId xmlns:a16="http://schemas.microsoft.com/office/drawing/2014/main" id="{2C6E1C8E-17C0-9B64-6728-0F094B8115EF}"/>
              </a:ext>
            </a:extLst>
          </p:cNvPr>
          <p:cNvSpPr txBox="1"/>
          <p:nvPr/>
        </p:nvSpPr>
        <p:spPr>
          <a:xfrm>
            <a:off x="5449455" y="2430486"/>
            <a:ext cx="2503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/>
                </a:solidFill>
              </a:rPr>
              <a:t>Incapsula le interrogazioni </a:t>
            </a:r>
            <a:r>
              <a:rPr lang="it-IT" sz="1200" dirty="0" err="1">
                <a:solidFill>
                  <a:schemeClr val="bg1"/>
                </a:solidFill>
              </a:rPr>
              <a:t>Drizzle</a:t>
            </a:r>
            <a:r>
              <a:rPr lang="it-IT" sz="1200" dirty="0">
                <a:solidFill>
                  <a:schemeClr val="bg1"/>
                </a:solidFill>
              </a:rPr>
              <a:t>, fornendo un’interfaccia astratta per l’accesso ai dati</a:t>
            </a:r>
          </a:p>
        </p:txBody>
      </p:sp>
      <p:sp>
        <p:nvSpPr>
          <p:cNvPr id="97" name="Rettangolo con angoli arrotondati 96">
            <a:extLst>
              <a:ext uri="{FF2B5EF4-FFF2-40B4-BE49-F238E27FC236}">
                <a16:creationId xmlns:a16="http://schemas.microsoft.com/office/drawing/2014/main" id="{57A3D887-3070-6162-EA5B-ADDA943B8355}"/>
              </a:ext>
            </a:extLst>
          </p:cNvPr>
          <p:cNvSpPr/>
          <p:nvPr/>
        </p:nvSpPr>
        <p:spPr>
          <a:xfrm>
            <a:off x="8244570" y="2108688"/>
            <a:ext cx="2795115" cy="1159003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9" name="CasellaDiTesto 98">
            <a:extLst>
              <a:ext uri="{FF2B5EF4-FFF2-40B4-BE49-F238E27FC236}">
                <a16:creationId xmlns:a16="http://schemas.microsoft.com/office/drawing/2014/main" id="{34CAFCFA-1780-5BE6-9946-29212B993184}"/>
              </a:ext>
            </a:extLst>
          </p:cNvPr>
          <p:cNvSpPr txBox="1"/>
          <p:nvPr/>
        </p:nvSpPr>
        <p:spPr>
          <a:xfrm>
            <a:off x="8337683" y="2145479"/>
            <a:ext cx="18966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Dependency</a:t>
            </a:r>
            <a:r>
              <a:rPr lang="it-IT" sz="1400" b="1" dirty="0">
                <a:solidFill>
                  <a:schemeClr val="bg1"/>
                </a:solidFill>
                <a:latin typeface="Bahnschrift" panose="020B0502040204020203" pitchFamily="34" charset="0"/>
              </a:rPr>
              <a:t> Injection</a:t>
            </a:r>
          </a:p>
        </p:txBody>
      </p:sp>
      <p:sp>
        <p:nvSpPr>
          <p:cNvPr id="101" name="CasellaDiTesto 100">
            <a:extLst>
              <a:ext uri="{FF2B5EF4-FFF2-40B4-BE49-F238E27FC236}">
                <a16:creationId xmlns:a16="http://schemas.microsoft.com/office/drawing/2014/main" id="{60DDCB51-F24D-2718-97E1-2E7ABAC7778F}"/>
              </a:ext>
            </a:extLst>
          </p:cNvPr>
          <p:cNvSpPr txBox="1"/>
          <p:nvPr/>
        </p:nvSpPr>
        <p:spPr>
          <a:xfrm>
            <a:off x="8337683" y="2396672"/>
            <a:ext cx="25030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>
                <a:solidFill>
                  <a:schemeClr val="bg1"/>
                </a:solidFill>
              </a:rPr>
              <a:t>Dipendenze dichiarate nel costruttore e risolte in un unico modulo di composizione, rendendo i service verificabili in isolamento</a:t>
            </a:r>
          </a:p>
        </p:txBody>
      </p:sp>
      <p:sp>
        <p:nvSpPr>
          <p:cNvPr id="103" name="Rettangolo con angoli arrotondati 102">
            <a:extLst>
              <a:ext uri="{FF2B5EF4-FFF2-40B4-BE49-F238E27FC236}">
                <a16:creationId xmlns:a16="http://schemas.microsoft.com/office/drawing/2014/main" id="{A5C94E03-6EA2-E599-BD55-E724E41F4681}"/>
              </a:ext>
            </a:extLst>
          </p:cNvPr>
          <p:cNvSpPr/>
          <p:nvPr/>
        </p:nvSpPr>
        <p:spPr>
          <a:xfrm>
            <a:off x="5356342" y="3360667"/>
            <a:ext cx="2795115" cy="1195237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5" name="CasellaDiTesto 104">
            <a:extLst>
              <a:ext uri="{FF2B5EF4-FFF2-40B4-BE49-F238E27FC236}">
                <a16:creationId xmlns:a16="http://schemas.microsoft.com/office/drawing/2014/main" id="{F1E13DF3-AC47-35E2-15C8-CBEB8F04E3CE}"/>
              </a:ext>
            </a:extLst>
          </p:cNvPr>
          <p:cNvSpPr txBox="1"/>
          <p:nvPr/>
        </p:nvSpPr>
        <p:spPr>
          <a:xfrm>
            <a:off x="5449455" y="3397458"/>
            <a:ext cx="20617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>
                <a:solidFill>
                  <a:schemeClr val="bg1"/>
                </a:solidFill>
                <a:latin typeface="Bahnschrift" panose="020B0502040204020203" pitchFamily="34" charset="0"/>
              </a:rPr>
              <a:t>Chain of </a:t>
            </a:r>
            <a:r>
              <a:rPr lang="it-IT" sz="14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Responsability</a:t>
            </a:r>
            <a:endParaRPr lang="it-IT" sz="14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107" name="CasellaDiTesto 106">
            <a:extLst>
              <a:ext uri="{FF2B5EF4-FFF2-40B4-BE49-F238E27FC236}">
                <a16:creationId xmlns:a16="http://schemas.microsoft.com/office/drawing/2014/main" id="{0D65C2CE-5FAF-CB9B-3755-E834B20825E4}"/>
              </a:ext>
            </a:extLst>
          </p:cNvPr>
          <p:cNvSpPr txBox="1"/>
          <p:nvPr/>
        </p:nvSpPr>
        <p:spPr>
          <a:xfrm>
            <a:off x="5449455" y="3686763"/>
            <a:ext cx="25030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/>
                </a:solidFill>
              </a:rPr>
              <a:t>Sequenza di middleware che verificano token, ruolo e permessi prima che la richiesta raggiunga il controller.</a:t>
            </a:r>
          </a:p>
        </p:txBody>
      </p:sp>
      <p:sp>
        <p:nvSpPr>
          <p:cNvPr id="110" name="Rettangolo con angoli arrotondati 109">
            <a:extLst>
              <a:ext uri="{FF2B5EF4-FFF2-40B4-BE49-F238E27FC236}">
                <a16:creationId xmlns:a16="http://schemas.microsoft.com/office/drawing/2014/main" id="{FD08F24B-543A-0EF8-77AA-FB725BB7D4CE}"/>
              </a:ext>
            </a:extLst>
          </p:cNvPr>
          <p:cNvSpPr/>
          <p:nvPr/>
        </p:nvSpPr>
        <p:spPr>
          <a:xfrm>
            <a:off x="8244570" y="3361988"/>
            <a:ext cx="2795115" cy="1195237"/>
          </a:xfrm>
          <a:prstGeom prst="roundRect">
            <a:avLst>
              <a:gd name="adj" fmla="val 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12" name="CasellaDiTesto 111">
            <a:extLst>
              <a:ext uri="{FF2B5EF4-FFF2-40B4-BE49-F238E27FC236}">
                <a16:creationId xmlns:a16="http://schemas.microsoft.com/office/drawing/2014/main" id="{AFFFF009-846E-850F-04A0-D934E873FD3B}"/>
              </a:ext>
            </a:extLst>
          </p:cNvPr>
          <p:cNvSpPr txBox="1"/>
          <p:nvPr/>
        </p:nvSpPr>
        <p:spPr>
          <a:xfrm>
            <a:off x="8337683" y="3398779"/>
            <a:ext cx="15872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>
                <a:solidFill>
                  <a:schemeClr val="bg1"/>
                </a:solidFill>
                <a:latin typeface="Bahnschrift" panose="020B0502040204020203" pitchFamily="34" charset="0"/>
              </a:rPr>
              <a:t>Singleton Pattern</a:t>
            </a:r>
          </a:p>
        </p:txBody>
      </p:sp>
      <p:sp>
        <p:nvSpPr>
          <p:cNvPr id="114" name="CasellaDiTesto 113">
            <a:extLst>
              <a:ext uri="{FF2B5EF4-FFF2-40B4-BE49-F238E27FC236}">
                <a16:creationId xmlns:a16="http://schemas.microsoft.com/office/drawing/2014/main" id="{76C9F58F-CD19-C837-CD5B-E8C125A66F18}"/>
              </a:ext>
            </a:extLst>
          </p:cNvPr>
          <p:cNvSpPr txBox="1"/>
          <p:nvPr/>
        </p:nvSpPr>
        <p:spPr>
          <a:xfrm>
            <a:off x="8337683" y="3706556"/>
            <a:ext cx="2503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/>
                </a:solidFill>
              </a:rPr>
              <a:t>Istanza unica del client di connessione al DBMS e dei service</a:t>
            </a:r>
          </a:p>
        </p:txBody>
      </p:sp>
    </p:spTree>
    <p:extLst>
      <p:ext uri="{BB962C8B-B14F-4D97-AF65-F5344CB8AC3E}">
        <p14:creationId xmlns:p14="http://schemas.microsoft.com/office/powerpoint/2010/main" val="3489830002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355DD-21F8-F03E-0705-77049BFA3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27C54-7944-0D86-4B24-750D9C95F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2704" y="329552"/>
            <a:ext cx="3586592" cy="845818"/>
          </a:xfrm>
        </p:spPr>
        <p:txBody>
          <a:bodyPr/>
          <a:lstStyle/>
          <a:p>
            <a:r>
              <a:rPr lang="en-US" dirty="0" err="1"/>
              <a:t>Struttura</a:t>
            </a:r>
            <a:r>
              <a:rPr lang="en-US" dirty="0"/>
              <a:t> del server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C6C5759-5823-22C7-00AC-7B37D586B32F}"/>
              </a:ext>
            </a:extLst>
          </p:cNvPr>
          <p:cNvSpPr txBox="1"/>
          <p:nvPr/>
        </p:nvSpPr>
        <p:spPr>
          <a:xfrm>
            <a:off x="4492836" y="1617262"/>
            <a:ext cx="3206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2C3932"/>
                </a:solidFill>
                <a:latin typeface="Bahnschrift" panose="020B0502040204020203" pitchFamily="34" charset="0"/>
              </a:rPr>
              <a:t>Servizi e tecnologie utilizzate</a:t>
            </a:r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F0F170C5-9B45-60E2-1A27-97E379721D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755925"/>
              </p:ext>
            </p:extLst>
          </p:nvPr>
        </p:nvGraphicFramePr>
        <p:xfrm>
          <a:off x="2032000" y="2021188"/>
          <a:ext cx="8128000" cy="3418840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23535800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6398686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sz="1600" b="1" dirty="0">
                          <a:latin typeface="Bahnschrift" panose="020B0502040204020203" pitchFamily="34" charset="0"/>
                        </a:rPr>
                        <a:t>Node.js + </a:t>
                      </a:r>
                      <a:r>
                        <a:rPr lang="it-IT" sz="1600" b="1" dirty="0" err="1">
                          <a:latin typeface="Bahnschrift" panose="020B0502040204020203" pitchFamily="34" charset="0"/>
                        </a:rPr>
                        <a:t>TypeScript</a:t>
                      </a:r>
                      <a:endParaRPr lang="it-IT" sz="1600" b="1" dirty="0">
                        <a:latin typeface="Bahnschrift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1" dirty="0">
                          <a:latin typeface="Bahnschrift" panose="020B0502040204020203" pitchFamily="34" charset="0"/>
                        </a:rPr>
                        <a:t>Express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131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600" b="1" dirty="0" err="1">
                          <a:latin typeface="Bahnschrift" panose="020B0502040204020203" pitchFamily="34" charset="0"/>
                        </a:rPr>
                        <a:t>Zod</a:t>
                      </a:r>
                      <a:r>
                        <a:rPr lang="it-IT" sz="1600" dirty="0"/>
                        <a:t> – validazione degli input a </a:t>
                      </a:r>
                      <a:r>
                        <a:rPr lang="it-IT" sz="1600" dirty="0" err="1"/>
                        <a:t>runtime</a:t>
                      </a:r>
                      <a:r>
                        <a:rPr lang="it-IT" sz="1600" dirty="0"/>
                        <a:t>  con derivazione automatica dei tipi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b="1" dirty="0" err="1">
                          <a:latin typeface="Bahnschrift" panose="020B0502040204020203" pitchFamily="34" charset="0"/>
                        </a:rPr>
                        <a:t>PostgreSQL</a:t>
                      </a:r>
                      <a:r>
                        <a:rPr lang="it-IT" sz="1600" b="1" dirty="0">
                          <a:latin typeface="Bahnschrift" panose="020B0502040204020203" pitchFamily="34" charset="0"/>
                        </a:rPr>
                        <a:t> (Neon)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974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600" b="1" dirty="0" err="1">
                          <a:latin typeface="Bahnschrift" panose="020B0502040204020203" pitchFamily="34" charset="0"/>
                        </a:rPr>
                        <a:t>Drizzle</a:t>
                      </a:r>
                      <a:r>
                        <a:rPr lang="it-IT" sz="1600" b="1" dirty="0">
                          <a:latin typeface="Bahnschrift" panose="020B0502040204020203" pitchFamily="34" charset="0"/>
                        </a:rPr>
                        <a:t> ORM </a:t>
                      </a:r>
                      <a:r>
                        <a:rPr lang="it-IT" sz="1600" dirty="0"/>
                        <a:t>– ORM </a:t>
                      </a:r>
                      <a:r>
                        <a:rPr lang="it-IT" sz="1600" dirty="0" err="1"/>
                        <a:t>TypeScript</a:t>
                      </a:r>
                      <a:r>
                        <a:rPr lang="it-IT" sz="1600" dirty="0"/>
                        <a:t>-first con migrazione generate dallo schema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b="1" dirty="0">
                          <a:latin typeface="Bahnschrift" panose="020B0502040204020203" pitchFamily="34" charset="0"/>
                        </a:rPr>
                        <a:t>Argon2id</a:t>
                      </a:r>
                      <a:r>
                        <a:rPr lang="it-IT" sz="1600" dirty="0"/>
                        <a:t> – Funzione di </a:t>
                      </a:r>
                      <a:r>
                        <a:rPr lang="it-IT" sz="1600" dirty="0" err="1"/>
                        <a:t>hashing</a:t>
                      </a:r>
                      <a:r>
                        <a:rPr lang="it-IT" sz="1600" dirty="0"/>
                        <a:t> raccomandata da OWASP, resistente ad attacchi di forza bruta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9388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600" b="1" dirty="0">
                          <a:latin typeface="Bahnschrift" panose="020B0502040204020203" pitchFamily="34" charset="0"/>
                        </a:rPr>
                        <a:t>JWT + cookie </a:t>
                      </a:r>
                      <a:r>
                        <a:rPr lang="it-IT" sz="1600" b="1" dirty="0" err="1">
                          <a:latin typeface="Bahnschrift" panose="020B0502040204020203" pitchFamily="34" charset="0"/>
                        </a:rPr>
                        <a:t>HttpOnly</a:t>
                      </a:r>
                      <a:r>
                        <a:rPr lang="it-IT" sz="1600" b="1" dirty="0"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it-IT" sz="1600" dirty="0"/>
                        <a:t>– Autenticazione </a:t>
                      </a:r>
                      <a:r>
                        <a:rPr lang="it-IT" sz="1600" dirty="0" err="1"/>
                        <a:t>stateless</a:t>
                      </a:r>
                      <a:r>
                        <a:rPr lang="it-IT" sz="1600" dirty="0"/>
                        <a:t> con doppio token e rotazione del refresh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b="1" dirty="0">
                          <a:latin typeface="Bahnschrift" panose="020B0502040204020203" pitchFamily="34" charset="0"/>
                        </a:rPr>
                        <a:t>Multer + Sharp</a:t>
                      </a:r>
                      <a:r>
                        <a:rPr lang="it-IT" sz="1600" dirty="0"/>
                        <a:t> – Ricezione, ridimensionamento e compressione delle immagini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51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600" b="1" dirty="0" err="1">
                          <a:latin typeface="Bahnschrift" panose="020B0502040204020203" pitchFamily="34" charset="0"/>
                        </a:rPr>
                        <a:t>Nodemailer</a:t>
                      </a:r>
                      <a:r>
                        <a:rPr lang="it-IT" sz="1600" b="1" dirty="0">
                          <a:latin typeface="Bahnschrift" panose="020B0502040204020203" pitchFamily="34" charset="0"/>
                        </a:rPr>
                        <a:t> + </a:t>
                      </a:r>
                      <a:r>
                        <a:rPr lang="it-IT" sz="1600" b="1" dirty="0" err="1">
                          <a:latin typeface="Bahnschrift" panose="020B0502040204020203" pitchFamily="34" charset="0"/>
                        </a:rPr>
                        <a:t>Mailpit</a:t>
                      </a:r>
                      <a:r>
                        <a:rPr lang="it-IT" sz="1600" dirty="0"/>
                        <a:t> – Invio delle notifiche, con intercettazione in ambiente di sviluppo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b="1" dirty="0" err="1">
                          <a:latin typeface="Bahnschrift" panose="020B0502040204020203" pitchFamily="34" charset="0"/>
                        </a:rPr>
                        <a:t>Vitest</a:t>
                      </a:r>
                      <a:r>
                        <a:rPr lang="it-IT" sz="1600" dirty="0"/>
                        <a:t> – Framework di test compatibile con ESM e </a:t>
                      </a:r>
                      <a:r>
                        <a:rPr lang="it-IT" sz="1600" dirty="0" err="1"/>
                        <a:t>TypeScript</a:t>
                      </a:r>
                      <a:endParaRPr lang="it-IT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73223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3293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5A62B-0FBB-0FCC-123A-96020E196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7699A-4013-C513-4D9E-E2A88A61B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825" y="271937"/>
            <a:ext cx="3534350" cy="795018"/>
          </a:xfrm>
        </p:spPr>
        <p:txBody>
          <a:bodyPr/>
          <a:lstStyle/>
          <a:p>
            <a:r>
              <a:rPr lang="en-US" dirty="0" err="1"/>
              <a:t>Struttura</a:t>
            </a:r>
            <a:r>
              <a:rPr lang="en-US" dirty="0"/>
              <a:t> del client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943289F-1DA2-6205-33D9-5AF286CFDB0C}"/>
              </a:ext>
            </a:extLst>
          </p:cNvPr>
          <p:cNvSpPr txBox="1"/>
          <p:nvPr/>
        </p:nvSpPr>
        <p:spPr>
          <a:xfrm>
            <a:off x="3592750" y="877454"/>
            <a:ext cx="50064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Architettura Model-View-</a:t>
            </a:r>
            <a:r>
              <a:rPr lang="it-IT" dirty="0" err="1"/>
              <a:t>ViewModel</a:t>
            </a:r>
            <a:r>
              <a:rPr lang="it-IT" dirty="0"/>
              <a:t> (MVVM)</a:t>
            </a:r>
          </a:p>
          <a:p>
            <a:pPr algn="ctr"/>
            <a:r>
              <a:rPr lang="it-IT" dirty="0"/>
              <a:t>con separazione delle responsabilità</a:t>
            </a:r>
          </a:p>
        </p:txBody>
      </p:sp>
      <p:grpSp>
        <p:nvGrpSpPr>
          <p:cNvPr id="32" name="Gruppo 31">
            <a:extLst>
              <a:ext uri="{FF2B5EF4-FFF2-40B4-BE49-F238E27FC236}">
                <a16:creationId xmlns:a16="http://schemas.microsoft.com/office/drawing/2014/main" id="{7951A578-5A06-6F11-8999-B92D92D5EEB0}"/>
              </a:ext>
            </a:extLst>
          </p:cNvPr>
          <p:cNvGrpSpPr/>
          <p:nvPr/>
        </p:nvGrpSpPr>
        <p:grpSpPr>
          <a:xfrm>
            <a:off x="557762" y="1829490"/>
            <a:ext cx="4146166" cy="1323975"/>
            <a:chOff x="483870" y="1888807"/>
            <a:chExt cx="4146166" cy="1323975"/>
          </a:xfrm>
        </p:grpSpPr>
        <p:sp>
          <p:nvSpPr>
            <p:cNvPr id="29" name="Rettangolo 28">
              <a:extLst>
                <a:ext uri="{FF2B5EF4-FFF2-40B4-BE49-F238E27FC236}">
                  <a16:creationId xmlns:a16="http://schemas.microsoft.com/office/drawing/2014/main" id="{A116BA16-472B-AC11-9966-B22D6C3826D0}"/>
                </a:ext>
              </a:extLst>
            </p:cNvPr>
            <p:cNvSpPr/>
            <p:nvPr/>
          </p:nvSpPr>
          <p:spPr>
            <a:xfrm>
              <a:off x="914400" y="1888807"/>
              <a:ext cx="3655341" cy="1323975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8" name="Ovale 27">
              <a:extLst>
                <a:ext uri="{FF2B5EF4-FFF2-40B4-BE49-F238E27FC236}">
                  <a16:creationId xmlns:a16="http://schemas.microsoft.com/office/drawing/2014/main" id="{F4A47BCA-E552-B74A-F608-9360342441B6}"/>
                </a:ext>
              </a:extLst>
            </p:cNvPr>
            <p:cNvSpPr/>
            <p:nvPr/>
          </p:nvSpPr>
          <p:spPr>
            <a:xfrm>
              <a:off x="483870" y="2120265"/>
              <a:ext cx="861060" cy="861060"/>
            </a:xfrm>
            <a:prstGeom prst="ellipse">
              <a:avLst/>
            </a:prstGeom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31" name="Rettangolo 30">
              <a:extLst>
                <a:ext uri="{FF2B5EF4-FFF2-40B4-BE49-F238E27FC236}">
                  <a16:creationId xmlns:a16="http://schemas.microsoft.com/office/drawing/2014/main" id="{119482BF-C1E4-D9CE-B72B-100C9EF003E2}"/>
                </a:ext>
              </a:extLst>
            </p:cNvPr>
            <p:cNvSpPr/>
            <p:nvPr/>
          </p:nvSpPr>
          <p:spPr>
            <a:xfrm>
              <a:off x="4569741" y="1888807"/>
              <a:ext cx="60295" cy="13239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A4002848-9D0B-696E-0704-425ED46F3C47}"/>
              </a:ext>
            </a:extLst>
          </p:cNvPr>
          <p:cNvSpPr txBox="1"/>
          <p:nvPr/>
        </p:nvSpPr>
        <p:spPr>
          <a:xfrm>
            <a:off x="687111" y="2199089"/>
            <a:ext cx="5469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200" b="1" dirty="0">
                <a:solidFill>
                  <a:schemeClr val="bg1"/>
                </a:solidFill>
                <a:latin typeface="Bahnschrift" panose="020B0502040204020203" pitchFamily="34" charset="0"/>
              </a:rPr>
              <a:t>01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15EA25E3-D3FD-098A-AB72-58C0C6D011A8}"/>
              </a:ext>
            </a:extLst>
          </p:cNvPr>
          <p:cNvSpPr txBox="1"/>
          <p:nvPr/>
        </p:nvSpPr>
        <p:spPr>
          <a:xfrm>
            <a:off x="1418822" y="1891312"/>
            <a:ext cx="21964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dirty="0">
                <a:solidFill>
                  <a:schemeClr val="accent1"/>
                </a:solidFill>
                <a:latin typeface="Bahnschrift" panose="020B0502040204020203" pitchFamily="34" charset="0"/>
              </a:rPr>
              <a:t>Model (Service Layer)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08A00130-6AD6-C327-A156-6877C9D22F52}"/>
              </a:ext>
            </a:extLst>
          </p:cNvPr>
          <p:cNvSpPr txBox="1"/>
          <p:nvPr/>
        </p:nvSpPr>
        <p:spPr>
          <a:xfrm>
            <a:off x="1418822" y="2152777"/>
            <a:ext cx="28209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rgbClr val="2C3932"/>
                </a:solidFill>
              </a:rPr>
              <a:t>Rappresenta la struttura dati, le entità di dominio o le API utilizzate. Non conosce l’interfaccia grafica realizzata.</a:t>
            </a:r>
          </a:p>
        </p:txBody>
      </p:sp>
      <p:grpSp>
        <p:nvGrpSpPr>
          <p:cNvPr id="36" name="Gruppo 35">
            <a:extLst>
              <a:ext uri="{FF2B5EF4-FFF2-40B4-BE49-F238E27FC236}">
                <a16:creationId xmlns:a16="http://schemas.microsoft.com/office/drawing/2014/main" id="{72579BCA-8B5D-9A96-7EED-7CD56891ADD2}"/>
              </a:ext>
            </a:extLst>
          </p:cNvPr>
          <p:cNvGrpSpPr/>
          <p:nvPr/>
        </p:nvGrpSpPr>
        <p:grpSpPr>
          <a:xfrm>
            <a:off x="553890" y="4813501"/>
            <a:ext cx="4139514" cy="1323977"/>
            <a:chOff x="483870" y="1888805"/>
            <a:chExt cx="4139514" cy="1323977"/>
          </a:xfrm>
        </p:grpSpPr>
        <p:sp>
          <p:nvSpPr>
            <p:cNvPr id="37" name="Rettangolo 36">
              <a:extLst>
                <a:ext uri="{FF2B5EF4-FFF2-40B4-BE49-F238E27FC236}">
                  <a16:creationId xmlns:a16="http://schemas.microsoft.com/office/drawing/2014/main" id="{36065D31-7351-0BF9-1B72-FECA1B598B2F}"/>
                </a:ext>
              </a:extLst>
            </p:cNvPr>
            <p:cNvSpPr/>
            <p:nvPr/>
          </p:nvSpPr>
          <p:spPr>
            <a:xfrm>
              <a:off x="914400" y="1888807"/>
              <a:ext cx="3648689" cy="1323975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38" name="Ovale 37">
              <a:extLst>
                <a:ext uri="{FF2B5EF4-FFF2-40B4-BE49-F238E27FC236}">
                  <a16:creationId xmlns:a16="http://schemas.microsoft.com/office/drawing/2014/main" id="{30F65E87-E96E-B216-440A-33852E3EB9D2}"/>
                </a:ext>
              </a:extLst>
            </p:cNvPr>
            <p:cNvSpPr/>
            <p:nvPr/>
          </p:nvSpPr>
          <p:spPr>
            <a:xfrm>
              <a:off x="483870" y="2120265"/>
              <a:ext cx="861060" cy="8610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39" name="Rettangolo 38">
              <a:extLst>
                <a:ext uri="{FF2B5EF4-FFF2-40B4-BE49-F238E27FC236}">
                  <a16:creationId xmlns:a16="http://schemas.microsoft.com/office/drawing/2014/main" id="{C3D62E58-81E7-E442-DE3E-154B3198EDD7}"/>
                </a:ext>
              </a:extLst>
            </p:cNvPr>
            <p:cNvSpPr/>
            <p:nvPr/>
          </p:nvSpPr>
          <p:spPr>
            <a:xfrm>
              <a:off x="4563089" y="1888805"/>
              <a:ext cx="60295" cy="13239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78CBD473-E133-96FA-1187-3351984B3E97}"/>
              </a:ext>
            </a:extLst>
          </p:cNvPr>
          <p:cNvSpPr txBox="1"/>
          <p:nvPr/>
        </p:nvSpPr>
        <p:spPr>
          <a:xfrm>
            <a:off x="1428080" y="4855268"/>
            <a:ext cx="31918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dirty="0">
                <a:solidFill>
                  <a:schemeClr val="accent2"/>
                </a:solidFill>
                <a:latin typeface="Bahnschrift" panose="020B0502040204020203" pitchFamily="34" charset="0"/>
              </a:rPr>
              <a:t>View (Template HTML + </a:t>
            </a:r>
            <a:r>
              <a:rPr lang="it-IT" sz="1600" b="1" dirty="0" err="1">
                <a:solidFill>
                  <a:schemeClr val="accent2"/>
                </a:solidFill>
                <a:latin typeface="Bahnschrift" panose="020B0502040204020203" pitchFamily="34" charset="0"/>
              </a:rPr>
              <a:t>Tailwind</a:t>
            </a:r>
            <a:r>
              <a:rPr lang="it-IT" sz="1600" b="1" dirty="0">
                <a:solidFill>
                  <a:schemeClr val="accent2"/>
                </a:solidFill>
                <a:latin typeface="Bahnschrift" panose="020B0502040204020203" pitchFamily="34" charset="0"/>
              </a:rPr>
              <a:t>)</a:t>
            </a: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611A574F-8EB1-0FEE-2F32-C47A5F10B385}"/>
              </a:ext>
            </a:extLst>
          </p:cNvPr>
          <p:cNvSpPr txBox="1"/>
          <p:nvPr/>
        </p:nvSpPr>
        <p:spPr>
          <a:xfrm>
            <a:off x="1441210" y="5116733"/>
            <a:ext cx="28209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rgbClr val="2C3932"/>
                </a:solidFill>
              </a:rPr>
              <a:t>Il template dichiara quali dati mostrare e quali eventi propagare, senza contenere logica applicativa.</a:t>
            </a:r>
          </a:p>
        </p:txBody>
      </p: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AF0647F9-D9E0-42D8-1E9C-36FB6C142BD5}"/>
              </a:ext>
            </a:extLst>
          </p:cNvPr>
          <p:cNvSpPr txBox="1"/>
          <p:nvPr/>
        </p:nvSpPr>
        <p:spPr>
          <a:xfrm>
            <a:off x="657480" y="5183102"/>
            <a:ext cx="6270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200" b="1" dirty="0">
                <a:solidFill>
                  <a:schemeClr val="bg1"/>
                </a:solidFill>
                <a:latin typeface="Bahnschrift" panose="020B0502040204020203" pitchFamily="34" charset="0"/>
              </a:rPr>
              <a:t>03</a:t>
            </a:r>
          </a:p>
        </p:txBody>
      </p:sp>
      <p:grpSp>
        <p:nvGrpSpPr>
          <p:cNvPr id="5" name="Gruppo 4">
            <a:extLst>
              <a:ext uri="{FF2B5EF4-FFF2-40B4-BE49-F238E27FC236}">
                <a16:creationId xmlns:a16="http://schemas.microsoft.com/office/drawing/2014/main" id="{CBD0C6EF-8939-BC72-A232-3C9C740AF3D4}"/>
              </a:ext>
            </a:extLst>
          </p:cNvPr>
          <p:cNvGrpSpPr/>
          <p:nvPr/>
        </p:nvGrpSpPr>
        <p:grpSpPr>
          <a:xfrm>
            <a:off x="553890" y="3323588"/>
            <a:ext cx="4146166" cy="1323975"/>
            <a:chOff x="557762" y="4816708"/>
            <a:chExt cx="4146166" cy="1323975"/>
          </a:xfrm>
        </p:grpSpPr>
        <p:grpSp>
          <p:nvGrpSpPr>
            <p:cNvPr id="46" name="Gruppo 45">
              <a:extLst>
                <a:ext uri="{FF2B5EF4-FFF2-40B4-BE49-F238E27FC236}">
                  <a16:creationId xmlns:a16="http://schemas.microsoft.com/office/drawing/2014/main" id="{EB80824E-4F87-791B-3C42-5008951364D0}"/>
                </a:ext>
              </a:extLst>
            </p:cNvPr>
            <p:cNvGrpSpPr/>
            <p:nvPr/>
          </p:nvGrpSpPr>
          <p:grpSpPr>
            <a:xfrm>
              <a:off x="557762" y="4816708"/>
              <a:ext cx="4146166" cy="1323975"/>
              <a:chOff x="483870" y="1888807"/>
              <a:chExt cx="4146166" cy="1323975"/>
            </a:xfrm>
          </p:grpSpPr>
          <p:sp>
            <p:nvSpPr>
              <p:cNvPr id="47" name="Rettangolo 46">
                <a:extLst>
                  <a:ext uri="{FF2B5EF4-FFF2-40B4-BE49-F238E27FC236}">
                    <a16:creationId xmlns:a16="http://schemas.microsoft.com/office/drawing/2014/main" id="{79007A1A-05C0-C7F8-0C65-3A7CDD38A730}"/>
                  </a:ext>
                </a:extLst>
              </p:cNvPr>
              <p:cNvSpPr/>
              <p:nvPr/>
            </p:nvSpPr>
            <p:spPr>
              <a:xfrm>
                <a:off x="914400" y="1888807"/>
                <a:ext cx="3655341" cy="1323975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48" name="Ovale 47">
                <a:extLst>
                  <a:ext uri="{FF2B5EF4-FFF2-40B4-BE49-F238E27FC236}">
                    <a16:creationId xmlns:a16="http://schemas.microsoft.com/office/drawing/2014/main" id="{30D1C17A-E5F0-C376-292F-1558DC848425}"/>
                  </a:ext>
                </a:extLst>
              </p:cNvPr>
              <p:cNvSpPr/>
              <p:nvPr/>
            </p:nvSpPr>
            <p:spPr>
              <a:xfrm>
                <a:off x="483870" y="2120265"/>
                <a:ext cx="861060" cy="86106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  <p:sp>
            <p:nvSpPr>
              <p:cNvPr id="49" name="Rettangolo 48">
                <a:extLst>
                  <a:ext uri="{FF2B5EF4-FFF2-40B4-BE49-F238E27FC236}">
                    <a16:creationId xmlns:a16="http://schemas.microsoft.com/office/drawing/2014/main" id="{DFB08BD0-CE7E-B985-ECB8-893EE3E1A254}"/>
                  </a:ext>
                </a:extLst>
              </p:cNvPr>
              <p:cNvSpPr/>
              <p:nvPr/>
            </p:nvSpPr>
            <p:spPr>
              <a:xfrm>
                <a:off x="4569741" y="1888807"/>
                <a:ext cx="60295" cy="1323975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</p:grpSp>
        <p:sp>
          <p:nvSpPr>
            <p:cNvPr id="51" name="CasellaDiTesto 50">
              <a:extLst>
                <a:ext uri="{FF2B5EF4-FFF2-40B4-BE49-F238E27FC236}">
                  <a16:creationId xmlns:a16="http://schemas.microsoft.com/office/drawing/2014/main" id="{6C35B58C-0B07-661C-73F8-A96ABD7E1961}"/>
                </a:ext>
              </a:extLst>
            </p:cNvPr>
            <p:cNvSpPr txBox="1"/>
            <p:nvPr/>
          </p:nvSpPr>
          <p:spPr>
            <a:xfrm>
              <a:off x="674744" y="5186306"/>
              <a:ext cx="62228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3200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02</a:t>
              </a:r>
            </a:p>
          </p:txBody>
        </p:sp>
        <p:sp>
          <p:nvSpPr>
            <p:cNvPr id="53" name="CasellaDiTesto 52">
              <a:extLst>
                <a:ext uri="{FF2B5EF4-FFF2-40B4-BE49-F238E27FC236}">
                  <a16:creationId xmlns:a16="http://schemas.microsoft.com/office/drawing/2014/main" id="{B03A33C4-40EE-A71E-9549-0309E5C3D3C5}"/>
                </a:ext>
              </a:extLst>
            </p:cNvPr>
            <p:cNvSpPr txBox="1"/>
            <p:nvPr/>
          </p:nvSpPr>
          <p:spPr>
            <a:xfrm>
              <a:off x="1418821" y="4872270"/>
              <a:ext cx="29706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600" b="1" dirty="0" err="1">
                  <a:solidFill>
                    <a:schemeClr val="accent3"/>
                  </a:solidFill>
                  <a:latin typeface="Bahnschrift" panose="020B0502040204020203" pitchFamily="34" charset="0"/>
                </a:rPr>
                <a:t>ViewModel</a:t>
              </a:r>
              <a:r>
                <a:rPr lang="it-IT" sz="1600" b="1" dirty="0">
                  <a:solidFill>
                    <a:schemeClr val="accent3"/>
                  </a:solidFill>
                  <a:latin typeface="Bahnschrift" panose="020B0502040204020203" pitchFamily="34" charset="0"/>
                </a:rPr>
                <a:t> (Component Class)</a:t>
              </a:r>
            </a:p>
          </p:txBody>
        </p:sp>
        <p:sp>
          <p:nvSpPr>
            <p:cNvPr id="55" name="CasellaDiTesto 54">
              <a:extLst>
                <a:ext uri="{FF2B5EF4-FFF2-40B4-BE49-F238E27FC236}">
                  <a16:creationId xmlns:a16="http://schemas.microsoft.com/office/drawing/2014/main" id="{8C65202A-5AAE-A062-D6BB-3A5E1A30352C}"/>
                </a:ext>
              </a:extLst>
            </p:cNvPr>
            <p:cNvSpPr txBox="1"/>
            <p:nvPr/>
          </p:nvSpPr>
          <p:spPr>
            <a:xfrm>
              <a:off x="1431951" y="5133735"/>
              <a:ext cx="2957555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400" dirty="0">
                  <a:solidFill>
                    <a:srgbClr val="2C3932"/>
                  </a:solidFill>
                </a:rPr>
                <a:t>Trasforma i dati del Model in un formato consono per essere visualizzati dalla View e gestisce lo stato dell’interfaccia.</a:t>
              </a:r>
            </a:p>
          </p:txBody>
        </p:sp>
      </p:grpSp>
      <p:sp>
        <p:nvSpPr>
          <p:cNvPr id="57" name="Rettangolo con angoli arrotondati 56">
            <a:extLst>
              <a:ext uri="{FF2B5EF4-FFF2-40B4-BE49-F238E27FC236}">
                <a16:creationId xmlns:a16="http://schemas.microsoft.com/office/drawing/2014/main" id="{EAD3B73C-785B-7703-486C-B46C7EC9FB0D}"/>
              </a:ext>
            </a:extLst>
          </p:cNvPr>
          <p:cNvSpPr/>
          <p:nvPr/>
        </p:nvSpPr>
        <p:spPr>
          <a:xfrm>
            <a:off x="5268183" y="1829490"/>
            <a:ext cx="2795115" cy="1195237"/>
          </a:xfrm>
          <a:prstGeom prst="roundRect">
            <a:avLst>
              <a:gd name="adj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DADE1E41-1342-13EB-07BB-59E84D46139E}"/>
              </a:ext>
            </a:extLst>
          </p:cNvPr>
          <p:cNvSpPr txBox="1"/>
          <p:nvPr/>
        </p:nvSpPr>
        <p:spPr>
          <a:xfrm>
            <a:off x="5361296" y="1866281"/>
            <a:ext cx="6896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>
                <a:solidFill>
                  <a:schemeClr val="bg1"/>
                </a:solidFill>
                <a:latin typeface="Bahnschrift" panose="020B0502040204020203" pitchFamily="34" charset="0"/>
              </a:rPr>
              <a:t>MVVM</a:t>
            </a:r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D7DB885E-C20A-A809-F09A-1FBDD8180A6A}"/>
              </a:ext>
            </a:extLst>
          </p:cNvPr>
          <p:cNvSpPr txBox="1"/>
          <p:nvPr/>
        </p:nvSpPr>
        <p:spPr>
          <a:xfrm>
            <a:off x="5361296" y="2174058"/>
            <a:ext cx="2503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/>
                </a:solidFill>
              </a:rPr>
              <a:t>Variante di MVC adatta al </a:t>
            </a:r>
            <a:r>
              <a:rPr lang="it-IT" sz="1200" dirty="0" err="1">
                <a:solidFill>
                  <a:schemeClr val="bg1"/>
                </a:solidFill>
              </a:rPr>
              <a:t>binding</a:t>
            </a:r>
            <a:r>
              <a:rPr lang="it-IT" sz="1200" dirty="0">
                <a:solidFill>
                  <a:schemeClr val="bg1"/>
                </a:solidFill>
              </a:rPr>
              <a:t> dichiarativo di </a:t>
            </a:r>
            <a:r>
              <a:rPr lang="it-IT" sz="1200" dirty="0" err="1">
                <a:solidFill>
                  <a:schemeClr val="bg1"/>
                </a:solidFill>
              </a:rPr>
              <a:t>Angular</a:t>
            </a:r>
            <a:endParaRPr lang="it-IT" sz="1200" dirty="0">
              <a:solidFill>
                <a:schemeClr val="bg1"/>
              </a:solidFill>
            </a:endParaRPr>
          </a:p>
        </p:txBody>
      </p:sp>
      <p:sp>
        <p:nvSpPr>
          <p:cNvPr id="63" name="Rettangolo con angoli arrotondati 62">
            <a:extLst>
              <a:ext uri="{FF2B5EF4-FFF2-40B4-BE49-F238E27FC236}">
                <a16:creationId xmlns:a16="http://schemas.microsoft.com/office/drawing/2014/main" id="{6B6483D2-1C8B-A1EB-67DC-2F2D16A126B8}"/>
              </a:ext>
            </a:extLst>
          </p:cNvPr>
          <p:cNvSpPr/>
          <p:nvPr/>
        </p:nvSpPr>
        <p:spPr>
          <a:xfrm>
            <a:off x="8156411" y="1852260"/>
            <a:ext cx="2795115" cy="1159003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5" name="CasellaDiTesto 64">
            <a:extLst>
              <a:ext uri="{FF2B5EF4-FFF2-40B4-BE49-F238E27FC236}">
                <a16:creationId xmlns:a16="http://schemas.microsoft.com/office/drawing/2014/main" id="{A0C15BAE-3222-C16D-9FBD-24C5FBC5CBF4}"/>
              </a:ext>
            </a:extLst>
          </p:cNvPr>
          <p:cNvSpPr txBox="1"/>
          <p:nvPr/>
        </p:nvSpPr>
        <p:spPr>
          <a:xfrm>
            <a:off x="8249524" y="1889051"/>
            <a:ext cx="20409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>
                <a:solidFill>
                  <a:schemeClr val="bg1"/>
                </a:solidFill>
                <a:latin typeface="Bahnschrift" panose="020B0502040204020203" pitchFamily="34" charset="0"/>
              </a:rPr>
              <a:t>Signal-</a:t>
            </a:r>
            <a:r>
              <a:rPr lang="it-IT" sz="14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based</a:t>
            </a:r>
            <a:r>
              <a:rPr lang="it-IT" sz="1400" b="1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it-IT" sz="14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reactivity</a:t>
            </a:r>
            <a:endParaRPr lang="it-IT" sz="14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67" name="CasellaDiTesto 66">
            <a:extLst>
              <a:ext uri="{FF2B5EF4-FFF2-40B4-BE49-F238E27FC236}">
                <a16:creationId xmlns:a16="http://schemas.microsoft.com/office/drawing/2014/main" id="{1A7F7100-4EBE-1802-ADE2-01E9A29F9E1A}"/>
              </a:ext>
            </a:extLst>
          </p:cNvPr>
          <p:cNvSpPr txBox="1"/>
          <p:nvPr/>
        </p:nvSpPr>
        <p:spPr>
          <a:xfrm>
            <a:off x="8249524" y="2140244"/>
            <a:ext cx="25030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>
                <a:solidFill>
                  <a:schemeClr val="bg1"/>
                </a:solidFill>
              </a:rPr>
              <a:t>Primitiva reattiva che notifica i consumatori a ogni variazione, senza necessità di sottoscrizioni esplicite</a:t>
            </a:r>
          </a:p>
        </p:txBody>
      </p:sp>
      <p:sp>
        <p:nvSpPr>
          <p:cNvPr id="69" name="Rettangolo con angoli arrotondati 68">
            <a:extLst>
              <a:ext uri="{FF2B5EF4-FFF2-40B4-BE49-F238E27FC236}">
                <a16:creationId xmlns:a16="http://schemas.microsoft.com/office/drawing/2014/main" id="{0D6EEA96-6650-FD27-F78F-A8AB98093EE3}"/>
              </a:ext>
            </a:extLst>
          </p:cNvPr>
          <p:cNvSpPr/>
          <p:nvPr/>
        </p:nvSpPr>
        <p:spPr>
          <a:xfrm>
            <a:off x="5261976" y="3380075"/>
            <a:ext cx="2795115" cy="1195237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71" name="CasellaDiTesto 70">
            <a:extLst>
              <a:ext uri="{FF2B5EF4-FFF2-40B4-BE49-F238E27FC236}">
                <a16:creationId xmlns:a16="http://schemas.microsoft.com/office/drawing/2014/main" id="{176AF06C-F477-4349-50F6-8A0D9327B888}"/>
              </a:ext>
            </a:extLst>
          </p:cNvPr>
          <p:cNvSpPr txBox="1"/>
          <p:nvPr/>
        </p:nvSpPr>
        <p:spPr>
          <a:xfrm>
            <a:off x="5355089" y="3416866"/>
            <a:ext cx="18966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Dependency</a:t>
            </a:r>
            <a:r>
              <a:rPr lang="it-IT" sz="1400" b="1" dirty="0">
                <a:solidFill>
                  <a:schemeClr val="bg1"/>
                </a:solidFill>
                <a:latin typeface="Bahnschrift" panose="020B0502040204020203" pitchFamily="34" charset="0"/>
              </a:rPr>
              <a:t> Injection</a:t>
            </a:r>
          </a:p>
        </p:txBody>
      </p:sp>
      <p:sp>
        <p:nvSpPr>
          <p:cNvPr id="73" name="CasellaDiTesto 72">
            <a:extLst>
              <a:ext uri="{FF2B5EF4-FFF2-40B4-BE49-F238E27FC236}">
                <a16:creationId xmlns:a16="http://schemas.microsoft.com/office/drawing/2014/main" id="{AC828E5A-DC49-FAE5-DBC6-F4155B33AFB6}"/>
              </a:ext>
            </a:extLst>
          </p:cNvPr>
          <p:cNvSpPr txBox="1"/>
          <p:nvPr/>
        </p:nvSpPr>
        <p:spPr>
          <a:xfrm>
            <a:off x="5355089" y="3706171"/>
            <a:ext cx="2503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 err="1">
                <a:solidFill>
                  <a:schemeClr val="bg1"/>
                </a:solidFill>
              </a:rPr>
              <a:t>Angular</a:t>
            </a:r>
            <a:r>
              <a:rPr lang="it-IT" sz="1200" dirty="0">
                <a:solidFill>
                  <a:schemeClr val="bg1"/>
                </a:solidFill>
              </a:rPr>
              <a:t> gestisce creazione e iniezione dei service tramite </a:t>
            </a:r>
            <a:r>
              <a:rPr lang="it-IT" sz="1200" dirty="0" err="1">
                <a:solidFill>
                  <a:schemeClr val="bg1"/>
                </a:solidFill>
              </a:rPr>
              <a:t>inject</a:t>
            </a:r>
            <a:r>
              <a:rPr lang="it-IT" sz="1200" dirty="0">
                <a:solidFill>
                  <a:schemeClr val="bg1"/>
                </a:solidFill>
              </a:rPr>
              <a:t>()</a:t>
            </a:r>
          </a:p>
        </p:txBody>
      </p:sp>
      <p:sp>
        <p:nvSpPr>
          <p:cNvPr id="75" name="Rettangolo con angoli arrotondati 74">
            <a:extLst>
              <a:ext uri="{FF2B5EF4-FFF2-40B4-BE49-F238E27FC236}">
                <a16:creationId xmlns:a16="http://schemas.microsoft.com/office/drawing/2014/main" id="{2B5EB413-A291-ED90-1601-E91B40053B7C}"/>
              </a:ext>
            </a:extLst>
          </p:cNvPr>
          <p:cNvSpPr/>
          <p:nvPr/>
        </p:nvSpPr>
        <p:spPr>
          <a:xfrm>
            <a:off x="8150204" y="3381396"/>
            <a:ext cx="2795115" cy="1195237"/>
          </a:xfrm>
          <a:prstGeom prst="roundRect">
            <a:avLst>
              <a:gd name="adj" fmla="val 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77" name="CasellaDiTesto 76">
            <a:extLst>
              <a:ext uri="{FF2B5EF4-FFF2-40B4-BE49-F238E27FC236}">
                <a16:creationId xmlns:a16="http://schemas.microsoft.com/office/drawing/2014/main" id="{E0404873-E455-4ECF-97C9-B905084AAF5F}"/>
              </a:ext>
            </a:extLst>
          </p:cNvPr>
          <p:cNvSpPr txBox="1"/>
          <p:nvPr/>
        </p:nvSpPr>
        <p:spPr>
          <a:xfrm>
            <a:off x="8243317" y="3418187"/>
            <a:ext cx="15872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>
                <a:solidFill>
                  <a:schemeClr val="bg1"/>
                </a:solidFill>
                <a:latin typeface="Bahnschrift" panose="020B0502040204020203" pitchFamily="34" charset="0"/>
              </a:rPr>
              <a:t>Singleton Pattern</a:t>
            </a:r>
          </a:p>
        </p:txBody>
      </p:sp>
      <p:sp>
        <p:nvSpPr>
          <p:cNvPr id="79" name="CasellaDiTesto 78">
            <a:extLst>
              <a:ext uri="{FF2B5EF4-FFF2-40B4-BE49-F238E27FC236}">
                <a16:creationId xmlns:a16="http://schemas.microsoft.com/office/drawing/2014/main" id="{14754C25-805C-2B04-22E0-E1EB01B1EEF4}"/>
              </a:ext>
            </a:extLst>
          </p:cNvPr>
          <p:cNvSpPr txBox="1"/>
          <p:nvPr/>
        </p:nvSpPr>
        <p:spPr>
          <a:xfrm>
            <a:off x="8243317" y="3725964"/>
            <a:ext cx="2503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/>
                </a:solidFill>
              </a:rPr>
              <a:t>Service dichiarati con «</a:t>
            </a:r>
            <a:r>
              <a:rPr lang="it-IT" sz="1200" dirty="0" err="1">
                <a:solidFill>
                  <a:schemeClr val="bg1"/>
                </a:solidFill>
              </a:rPr>
              <a:t>providedIn</a:t>
            </a:r>
            <a:r>
              <a:rPr lang="it-IT" sz="1200" dirty="0">
                <a:solidFill>
                  <a:schemeClr val="bg1"/>
                </a:solidFill>
              </a:rPr>
              <a:t>: ‘root’», condivisi all’intera </a:t>
            </a:r>
            <a:r>
              <a:rPr lang="it-IT" sz="1200" dirty="0" err="1">
                <a:solidFill>
                  <a:schemeClr val="bg1"/>
                </a:solidFill>
              </a:rPr>
              <a:t>applicaizone</a:t>
            </a:r>
            <a:endParaRPr lang="it-IT" sz="1200" dirty="0">
              <a:solidFill>
                <a:schemeClr val="bg1"/>
              </a:solidFill>
            </a:endParaRPr>
          </a:p>
        </p:txBody>
      </p:sp>
      <p:sp>
        <p:nvSpPr>
          <p:cNvPr id="81" name="Rettangolo con angoli arrotondati 80">
            <a:extLst>
              <a:ext uri="{FF2B5EF4-FFF2-40B4-BE49-F238E27FC236}">
                <a16:creationId xmlns:a16="http://schemas.microsoft.com/office/drawing/2014/main" id="{4403624B-CDEA-C01C-A04E-7F132F0726F6}"/>
              </a:ext>
            </a:extLst>
          </p:cNvPr>
          <p:cNvSpPr/>
          <p:nvPr/>
        </p:nvSpPr>
        <p:spPr>
          <a:xfrm>
            <a:off x="5268183" y="4945446"/>
            <a:ext cx="2795115" cy="1195237"/>
          </a:xfrm>
          <a:prstGeom prst="roundRect">
            <a:avLst>
              <a:gd name="adj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3" name="CasellaDiTesto 82">
            <a:extLst>
              <a:ext uri="{FF2B5EF4-FFF2-40B4-BE49-F238E27FC236}">
                <a16:creationId xmlns:a16="http://schemas.microsoft.com/office/drawing/2014/main" id="{A793FD56-E47D-7F72-91A7-1662F0248640}"/>
              </a:ext>
            </a:extLst>
          </p:cNvPr>
          <p:cNvSpPr txBox="1"/>
          <p:nvPr/>
        </p:nvSpPr>
        <p:spPr>
          <a:xfrm>
            <a:off x="5361296" y="4982237"/>
            <a:ext cx="10839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Interceptor</a:t>
            </a:r>
            <a:endParaRPr lang="it-IT" sz="14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85" name="CasellaDiTesto 84">
            <a:extLst>
              <a:ext uri="{FF2B5EF4-FFF2-40B4-BE49-F238E27FC236}">
                <a16:creationId xmlns:a16="http://schemas.microsoft.com/office/drawing/2014/main" id="{18C91066-5ED9-B575-8710-434B7BFA6FA6}"/>
              </a:ext>
            </a:extLst>
          </p:cNvPr>
          <p:cNvSpPr txBox="1"/>
          <p:nvPr/>
        </p:nvSpPr>
        <p:spPr>
          <a:xfrm>
            <a:off x="5361296" y="5290014"/>
            <a:ext cx="2503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/>
                </a:solidFill>
              </a:rPr>
              <a:t>Trasformazione uniforme applicata a ogni richiesta HTTP in uscita</a:t>
            </a:r>
          </a:p>
        </p:txBody>
      </p:sp>
      <p:sp>
        <p:nvSpPr>
          <p:cNvPr id="87" name="Rettangolo con angoli arrotondati 86">
            <a:extLst>
              <a:ext uri="{FF2B5EF4-FFF2-40B4-BE49-F238E27FC236}">
                <a16:creationId xmlns:a16="http://schemas.microsoft.com/office/drawing/2014/main" id="{B9020F3B-8C03-5D60-225F-79D35745428B}"/>
              </a:ext>
            </a:extLst>
          </p:cNvPr>
          <p:cNvSpPr/>
          <p:nvPr/>
        </p:nvSpPr>
        <p:spPr>
          <a:xfrm>
            <a:off x="8156411" y="4945446"/>
            <a:ext cx="2795115" cy="1195237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9" name="CasellaDiTesto 88">
            <a:extLst>
              <a:ext uri="{FF2B5EF4-FFF2-40B4-BE49-F238E27FC236}">
                <a16:creationId xmlns:a16="http://schemas.microsoft.com/office/drawing/2014/main" id="{37D96846-FE0E-5C65-9739-D11134262ACE}"/>
              </a:ext>
            </a:extLst>
          </p:cNvPr>
          <p:cNvSpPr txBox="1"/>
          <p:nvPr/>
        </p:nvSpPr>
        <p:spPr>
          <a:xfrm>
            <a:off x="8249524" y="4978267"/>
            <a:ext cx="11801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>
                <a:solidFill>
                  <a:schemeClr val="bg1"/>
                </a:solidFill>
                <a:latin typeface="Bahnschrift" panose="020B0502040204020203" pitchFamily="34" charset="0"/>
              </a:rPr>
              <a:t>Route Guard</a:t>
            </a:r>
          </a:p>
        </p:txBody>
      </p:sp>
      <p:sp>
        <p:nvSpPr>
          <p:cNvPr id="91" name="CasellaDiTesto 90">
            <a:extLst>
              <a:ext uri="{FF2B5EF4-FFF2-40B4-BE49-F238E27FC236}">
                <a16:creationId xmlns:a16="http://schemas.microsoft.com/office/drawing/2014/main" id="{A3D42CE4-BBFE-FAC5-63DA-0430B019251E}"/>
              </a:ext>
            </a:extLst>
          </p:cNvPr>
          <p:cNvSpPr txBox="1"/>
          <p:nvPr/>
        </p:nvSpPr>
        <p:spPr>
          <a:xfrm>
            <a:off x="8249524" y="5256200"/>
            <a:ext cx="25030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>
                <a:solidFill>
                  <a:schemeClr val="bg1"/>
                </a:solidFill>
              </a:rPr>
              <a:t>Controllo di accesso dichiarato nella configurazione della navigazione anziché nei componenti</a:t>
            </a:r>
          </a:p>
        </p:txBody>
      </p:sp>
    </p:spTree>
    <p:extLst>
      <p:ext uri="{BB962C8B-B14F-4D97-AF65-F5344CB8AC3E}">
        <p14:creationId xmlns:p14="http://schemas.microsoft.com/office/powerpoint/2010/main" val="3654124556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89FFB-77E9-86A3-BA00-B3A3D25D9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44684-7923-7AEB-7D2C-715881118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825" y="271937"/>
            <a:ext cx="3534350" cy="795018"/>
          </a:xfrm>
        </p:spPr>
        <p:txBody>
          <a:bodyPr/>
          <a:lstStyle/>
          <a:p>
            <a:r>
              <a:rPr lang="en-US" dirty="0" err="1"/>
              <a:t>Struttura</a:t>
            </a:r>
            <a:r>
              <a:rPr lang="en-US" dirty="0"/>
              <a:t> del client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322FE80-0BEC-7656-47EC-BA4BCBF10873}"/>
              </a:ext>
            </a:extLst>
          </p:cNvPr>
          <p:cNvSpPr txBox="1"/>
          <p:nvPr/>
        </p:nvSpPr>
        <p:spPr>
          <a:xfrm>
            <a:off x="4328825" y="2060607"/>
            <a:ext cx="3206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2C3932"/>
                </a:solidFill>
                <a:latin typeface="Bahnschrift" panose="020B0502040204020203" pitchFamily="34" charset="0"/>
              </a:rPr>
              <a:t>Servizi e tecnologie utilizzate</a:t>
            </a:r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ED00C33B-AFAA-7E42-9132-31B5BD30EF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1413581"/>
              </p:ext>
            </p:extLst>
          </p:nvPr>
        </p:nvGraphicFramePr>
        <p:xfrm>
          <a:off x="1867988" y="2520756"/>
          <a:ext cx="8128000" cy="1737360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95683139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352548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sz="1600" b="1" dirty="0" err="1">
                          <a:latin typeface="Bahnschrift" panose="020B0502040204020203" pitchFamily="34" charset="0"/>
                        </a:rPr>
                        <a:t>Angular</a:t>
                      </a:r>
                      <a:r>
                        <a:rPr lang="it-IT" sz="1600" b="1" dirty="0">
                          <a:latin typeface="Bahnschrift" panose="020B0502040204020203" pitchFamily="34" charset="0"/>
                        </a:rPr>
                        <a:t> 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b="1" dirty="0" err="1">
                          <a:latin typeface="Bahnschrift" panose="020B0502040204020203" pitchFamily="34" charset="0"/>
                        </a:rPr>
                        <a:t>Signals</a:t>
                      </a:r>
                      <a:r>
                        <a:rPr lang="it-IT" sz="1600" dirty="0"/>
                        <a:t> – gestione dello stato reattiva, senza sottoscrizioni manuali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6437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600" b="1" dirty="0" err="1">
                          <a:latin typeface="Bahnschrift" panose="020B0502040204020203" pitchFamily="34" charset="0"/>
                        </a:rPr>
                        <a:t>RxJS</a:t>
                      </a:r>
                      <a:r>
                        <a:rPr lang="it-IT" sz="1600" dirty="0"/>
                        <a:t> – Programmazione reattiva per le chiamate HTTP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b="1" dirty="0" err="1">
                          <a:latin typeface="Bahnschrift" panose="020B0502040204020203" pitchFamily="34" charset="0"/>
                        </a:rPr>
                        <a:t>Tailwind</a:t>
                      </a:r>
                      <a:r>
                        <a:rPr lang="it-IT" sz="1600" b="1" dirty="0">
                          <a:latin typeface="Bahnschrift" panose="020B0502040204020203" pitchFamily="34" charset="0"/>
                        </a:rPr>
                        <a:t> CSS 4</a:t>
                      </a:r>
                      <a:r>
                        <a:rPr lang="it-IT" sz="1600" dirty="0"/>
                        <a:t> – Classi di utilità con palette definita da variabili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8881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600" b="1" dirty="0">
                          <a:latin typeface="Bahnschrift" panose="020B0502040204020203" pitchFamily="34" charset="0"/>
                        </a:rPr>
                        <a:t>Lucide </a:t>
                      </a:r>
                      <a:r>
                        <a:rPr lang="it-IT" sz="1600" b="1" dirty="0" err="1">
                          <a:latin typeface="Bahnschrift" panose="020B0502040204020203" pitchFamily="34" charset="0"/>
                        </a:rPr>
                        <a:t>Icons</a:t>
                      </a:r>
                      <a:r>
                        <a:rPr lang="it-IT" sz="1600" b="1" dirty="0"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it-IT" sz="1600" dirty="0"/>
                        <a:t>– Icone vettoriali SVG </a:t>
                      </a:r>
                      <a:r>
                        <a:rPr lang="it-IT" sz="1600" dirty="0" err="1"/>
                        <a:t>inline</a:t>
                      </a:r>
                      <a:r>
                        <a:rPr lang="it-IT" sz="1600" dirty="0"/>
                        <a:t> per coerenza visiva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b="1" dirty="0" err="1">
                          <a:latin typeface="Bahnschrift" panose="020B0502040204020203" pitchFamily="34" charset="0"/>
                        </a:rPr>
                        <a:t>Penpot</a:t>
                      </a:r>
                      <a:r>
                        <a:rPr lang="it-IT" sz="1600" dirty="0"/>
                        <a:t> – Prototipazione delle interfacce e flow </a:t>
                      </a:r>
                      <a:r>
                        <a:rPr lang="it-IT" sz="1600" dirty="0" err="1"/>
                        <a:t>diagram</a:t>
                      </a:r>
                      <a:endParaRPr lang="it-IT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9811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2802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6ADC7-82D1-10D8-DBB0-D239B1FFC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2E0BD-7DD6-148D-7545-3EE2FCF0C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2606" y="341055"/>
            <a:ext cx="3746787" cy="609601"/>
          </a:xfrm>
        </p:spPr>
        <p:txBody>
          <a:bodyPr/>
          <a:lstStyle/>
          <a:p>
            <a:r>
              <a:rPr lang="it-IT" dirty="0"/>
              <a:t>Design System &amp; UX</a:t>
            </a:r>
            <a:endParaRPr lang="en-US" dirty="0"/>
          </a:p>
        </p:txBody>
      </p:sp>
      <p:grpSp>
        <p:nvGrpSpPr>
          <p:cNvPr id="13" name="Gruppo 12">
            <a:extLst>
              <a:ext uri="{FF2B5EF4-FFF2-40B4-BE49-F238E27FC236}">
                <a16:creationId xmlns:a16="http://schemas.microsoft.com/office/drawing/2014/main" id="{6D027619-3BBC-76A6-9466-322FBE264FF4}"/>
              </a:ext>
            </a:extLst>
          </p:cNvPr>
          <p:cNvGrpSpPr/>
          <p:nvPr/>
        </p:nvGrpSpPr>
        <p:grpSpPr>
          <a:xfrm>
            <a:off x="2342592" y="2070727"/>
            <a:ext cx="7506812" cy="609600"/>
            <a:chOff x="1995056" y="1988250"/>
            <a:chExt cx="7506812" cy="609600"/>
          </a:xfrm>
        </p:grpSpPr>
        <p:sp>
          <p:nvSpPr>
            <p:cNvPr id="4" name="Rettangolo con angoli arrotondati 3">
              <a:extLst>
                <a:ext uri="{FF2B5EF4-FFF2-40B4-BE49-F238E27FC236}">
                  <a16:creationId xmlns:a16="http://schemas.microsoft.com/office/drawing/2014/main" id="{794D0DA6-4C0A-52C6-2207-98DC557EFF5F}"/>
                </a:ext>
              </a:extLst>
            </p:cNvPr>
            <p:cNvSpPr/>
            <p:nvPr/>
          </p:nvSpPr>
          <p:spPr>
            <a:xfrm>
              <a:off x="1995056" y="1988250"/>
              <a:ext cx="2387598" cy="609600"/>
            </a:xfrm>
            <a:prstGeom prst="roundRect">
              <a:avLst/>
            </a:prstGeom>
            <a:solidFill>
              <a:srgbClr val="EFFAFD"/>
            </a:solidFill>
            <a:ln>
              <a:solidFill>
                <a:srgbClr val="2C393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600" dirty="0">
                  <a:solidFill>
                    <a:srgbClr val="2C3932"/>
                  </a:solidFill>
                </a:rPr>
                <a:t>#EFFAFD</a:t>
              </a:r>
            </a:p>
          </p:txBody>
        </p:sp>
        <p:sp>
          <p:nvSpPr>
            <p:cNvPr id="6" name="Rettangolo con angoli arrotondati 5">
              <a:extLst>
                <a:ext uri="{FF2B5EF4-FFF2-40B4-BE49-F238E27FC236}">
                  <a16:creationId xmlns:a16="http://schemas.microsoft.com/office/drawing/2014/main" id="{F1AF1882-1DFB-B181-18ED-53598A1433A1}"/>
                </a:ext>
              </a:extLst>
            </p:cNvPr>
            <p:cNvSpPr/>
            <p:nvPr/>
          </p:nvSpPr>
          <p:spPr>
            <a:xfrm>
              <a:off x="4554663" y="1988250"/>
              <a:ext cx="2387598" cy="609600"/>
            </a:xfrm>
            <a:prstGeom prst="roundRect">
              <a:avLst/>
            </a:prstGeom>
            <a:solidFill>
              <a:srgbClr val="4A8B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600" dirty="0">
                  <a:solidFill>
                    <a:schemeClr val="bg1"/>
                  </a:solidFill>
                </a:rPr>
                <a:t>#</a:t>
              </a:r>
              <a:r>
                <a:rPr lang="it-IT" sz="1600" dirty="0"/>
                <a:t>4A8BDF</a:t>
              </a:r>
              <a:endParaRPr lang="it-IT" sz="1600" dirty="0">
                <a:solidFill>
                  <a:schemeClr val="bg1"/>
                </a:solidFill>
              </a:endParaRPr>
            </a:p>
          </p:txBody>
        </p:sp>
        <p:sp>
          <p:nvSpPr>
            <p:cNvPr id="8" name="Rettangolo con angoli arrotondati 7">
              <a:extLst>
                <a:ext uri="{FF2B5EF4-FFF2-40B4-BE49-F238E27FC236}">
                  <a16:creationId xmlns:a16="http://schemas.microsoft.com/office/drawing/2014/main" id="{AD17BB84-65C5-2AE3-A3F8-D304DCFC6B95}"/>
                </a:ext>
              </a:extLst>
            </p:cNvPr>
            <p:cNvSpPr/>
            <p:nvPr/>
          </p:nvSpPr>
          <p:spPr>
            <a:xfrm>
              <a:off x="7114270" y="1988250"/>
              <a:ext cx="2387598" cy="609600"/>
            </a:xfrm>
            <a:prstGeom prst="roundRect">
              <a:avLst/>
            </a:prstGeom>
            <a:solidFill>
              <a:srgbClr val="A0006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600" dirty="0">
                  <a:solidFill>
                    <a:schemeClr val="bg1"/>
                  </a:solidFill>
                </a:rPr>
                <a:t>#</a:t>
              </a:r>
              <a:r>
                <a:rPr lang="it-IT" sz="1600" dirty="0"/>
                <a:t>A0006D</a:t>
              </a:r>
              <a:endParaRPr lang="it-IT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C19EEFE-A0B4-4B30-6D5E-3BCF8417D787}"/>
              </a:ext>
            </a:extLst>
          </p:cNvPr>
          <p:cNvSpPr txBox="1"/>
          <p:nvPr/>
        </p:nvSpPr>
        <p:spPr>
          <a:xfrm>
            <a:off x="5081137" y="1279844"/>
            <a:ext cx="2029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2C3932"/>
                </a:solidFill>
                <a:latin typeface="Bahnschrift" panose="020B0502040204020203" pitchFamily="34" charset="0"/>
              </a:rPr>
              <a:t>Palette Cromatica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E586E269-3D8D-C2A0-F02E-4B6EA7B60B37}"/>
              </a:ext>
            </a:extLst>
          </p:cNvPr>
          <p:cNvSpPr txBox="1"/>
          <p:nvPr/>
        </p:nvSpPr>
        <p:spPr>
          <a:xfrm>
            <a:off x="2500303" y="1582679"/>
            <a:ext cx="71913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2C3932"/>
                </a:solidFill>
              </a:rPr>
              <a:t>Composizione fondata sulla regola del </a:t>
            </a:r>
            <a:r>
              <a:rPr lang="it-IT" sz="1400" b="1" dirty="0">
                <a:solidFill>
                  <a:srgbClr val="2C3932"/>
                </a:solidFill>
              </a:rPr>
              <a:t>60-30-10</a:t>
            </a:r>
            <a:r>
              <a:rPr lang="it-IT" sz="1400" dirty="0">
                <a:solidFill>
                  <a:srgbClr val="2C3932"/>
                </a:solidFill>
              </a:rPr>
              <a:t>, con accento caldo su base fredda.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FC1522B2-923A-7CAB-7849-C160E6896BB6}"/>
              </a:ext>
            </a:extLst>
          </p:cNvPr>
          <p:cNvSpPr txBox="1"/>
          <p:nvPr/>
        </p:nvSpPr>
        <p:spPr>
          <a:xfrm>
            <a:off x="2771598" y="2768235"/>
            <a:ext cx="15295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2C3932"/>
                </a:solidFill>
              </a:rPr>
              <a:t>Dominante 60%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42E0A3C1-D7DC-CCD5-F7F2-CB5FE9EA2B69}"/>
              </a:ext>
            </a:extLst>
          </p:cNvPr>
          <p:cNvSpPr txBox="1"/>
          <p:nvPr/>
        </p:nvSpPr>
        <p:spPr>
          <a:xfrm>
            <a:off x="5331205" y="2768234"/>
            <a:ext cx="15824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2C3932"/>
                </a:solidFill>
              </a:rPr>
              <a:t>Secondario 30%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377FFAF4-AE07-EF16-E7D8-6FA1F67E4FC7}"/>
              </a:ext>
            </a:extLst>
          </p:cNvPr>
          <p:cNvSpPr txBox="1"/>
          <p:nvPr/>
        </p:nvSpPr>
        <p:spPr>
          <a:xfrm>
            <a:off x="8011839" y="2768234"/>
            <a:ext cx="12875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2C3932"/>
                </a:solidFill>
              </a:rPr>
              <a:t>Accento 10%</a:t>
            </a:r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D0CDE3F9-99AA-0E6D-ECBB-8F9DAC42D504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3536391" y="3076012"/>
            <a:ext cx="0" cy="42457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DEB7988F-48E6-2DC4-18DA-0A1912B8C1B3}"/>
              </a:ext>
            </a:extLst>
          </p:cNvPr>
          <p:cNvSpPr txBox="1"/>
          <p:nvPr/>
        </p:nvSpPr>
        <p:spPr>
          <a:xfrm>
            <a:off x="2607493" y="3515971"/>
            <a:ext cx="21226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>
                <a:solidFill>
                  <a:srgbClr val="2C3932"/>
                </a:solidFill>
              </a:rPr>
              <a:t>Sfondo delle pagine,</a:t>
            </a:r>
          </a:p>
          <a:p>
            <a:r>
              <a:rPr lang="it-IT" sz="1600" dirty="0">
                <a:solidFill>
                  <a:srgbClr val="2C3932"/>
                </a:solidFill>
              </a:rPr>
              <a:t>Aree di lettura</a:t>
            </a:r>
          </a:p>
        </p:txBody>
      </p: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FE76EF2E-0718-BD7E-70A9-D16F10B78139}"/>
              </a:ext>
            </a:extLst>
          </p:cNvPr>
          <p:cNvCxnSpPr>
            <a:cxnSpLocks/>
          </p:cNvCxnSpPr>
          <p:nvPr/>
        </p:nvCxnSpPr>
        <p:spPr>
          <a:xfrm>
            <a:off x="6095998" y="3076012"/>
            <a:ext cx="0" cy="42457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AE1B49F9-3624-65EF-D0A7-3C161870CDFB}"/>
              </a:ext>
            </a:extLst>
          </p:cNvPr>
          <p:cNvSpPr txBox="1"/>
          <p:nvPr/>
        </p:nvSpPr>
        <p:spPr>
          <a:xfrm>
            <a:off x="4902199" y="3515971"/>
            <a:ext cx="24785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>
                <a:solidFill>
                  <a:srgbClr val="2C3932"/>
                </a:solidFill>
              </a:rPr>
              <a:t>Bordi, indicatori di stato,</a:t>
            </a:r>
          </a:p>
          <a:p>
            <a:r>
              <a:rPr lang="it-IT" sz="1600" dirty="0">
                <a:solidFill>
                  <a:srgbClr val="2C3932"/>
                </a:solidFill>
              </a:rPr>
              <a:t>navigazione</a:t>
            </a:r>
          </a:p>
        </p:txBody>
      </p: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E166042D-7EBF-B719-21CF-BB2EE60C694D}"/>
              </a:ext>
            </a:extLst>
          </p:cNvPr>
          <p:cNvCxnSpPr>
            <a:cxnSpLocks/>
          </p:cNvCxnSpPr>
          <p:nvPr/>
        </p:nvCxnSpPr>
        <p:spPr>
          <a:xfrm>
            <a:off x="8655605" y="3060623"/>
            <a:ext cx="0" cy="439959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4EA31C1C-CE39-39B0-2C51-4D7ED4A6B73A}"/>
              </a:ext>
            </a:extLst>
          </p:cNvPr>
          <p:cNvSpPr txBox="1"/>
          <p:nvPr/>
        </p:nvSpPr>
        <p:spPr>
          <a:xfrm>
            <a:off x="7726707" y="3500582"/>
            <a:ext cx="19367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>
                <a:solidFill>
                  <a:srgbClr val="2C3932"/>
                </a:solidFill>
              </a:rPr>
              <a:t>Azione primaria,</a:t>
            </a:r>
          </a:p>
          <a:p>
            <a:r>
              <a:rPr lang="it-IT" sz="1600" dirty="0">
                <a:solidFill>
                  <a:srgbClr val="2C3932"/>
                </a:solidFill>
              </a:rPr>
              <a:t>Notifiche non lette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3186F6B-38DA-B3F5-86A3-E3C797CC0DBD}"/>
              </a:ext>
            </a:extLst>
          </p:cNvPr>
          <p:cNvSpPr txBox="1"/>
          <p:nvPr/>
        </p:nvSpPr>
        <p:spPr>
          <a:xfrm>
            <a:off x="2055361" y="4936390"/>
            <a:ext cx="97166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i="1" dirty="0">
                <a:solidFill>
                  <a:srgbClr val="2C3932"/>
                </a:solidFill>
              </a:rPr>
              <a:t>Prevenzione dell’errore</a:t>
            </a:r>
            <a:r>
              <a:rPr lang="it-IT" sz="1600" dirty="0">
                <a:solidFill>
                  <a:srgbClr val="2C3932"/>
                </a:solidFill>
              </a:rPr>
              <a:t> = i comandi restano inattivi finché i dati necessari non sono forniti.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i="1" dirty="0">
                <a:solidFill>
                  <a:srgbClr val="2C3932"/>
                </a:solidFill>
              </a:rPr>
              <a:t>Visibilità dello stato</a:t>
            </a:r>
            <a:r>
              <a:rPr lang="it-IT" sz="1600" dirty="0">
                <a:solidFill>
                  <a:srgbClr val="2C3932"/>
                </a:solidFill>
              </a:rPr>
              <a:t> = riscontro esplicito su ogni operazione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i="1" dirty="0">
                <a:solidFill>
                  <a:srgbClr val="2C3932"/>
                </a:solidFill>
              </a:rPr>
              <a:t>Coerenza cromatica</a:t>
            </a:r>
            <a:r>
              <a:rPr lang="it-IT" sz="1600" dirty="0">
                <a:solidFill>
                  <a:srgbClr val="2C3932"/>
                </a:solidFill>
              </a:rPr>
              <a:t> = un medesimo concetto è rappresentato con i medesimi segni in ogni schermata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F4D9C8C-85BC-4403-D7A8-39298961B713}"/>
              </a:ext>
            </a:extLst>
          </p:cNvPr>
          <p:cNvSpPr txBox="1"/>
          <p:nvPr/>
        </p:nvSpPr>
        <p:spPr>
          <a:xfrm>
            <a:off x="4939068" y="4567058"/>
            <a:ext cx="2404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2C3932"/>
                </a:solidFill>
                <a:latin typeface="Bahnschrift" panose="020B0502040204020203" pitchFamily="34" charset="0"/>
              </a:rPr>
              <a:t>Principi HCI applicati</a:t>
            </a:r>
          </a:p>
        </p:txBody>
      </p:sp>
    </p:spTree>
    <p:extLst>
      <p:ext uri="{BB962C8B-B14F-4D97-AF65-F5344CB8AC3E}">
        <p14:creationId xmlns:p14="http://schemas.microsoft.com/office/powerpoint/2010/main" val="1383562771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67EA2-CC5C-2217-5262-B67ADED4A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magine 13">
            <a:extLst>
              <a:ext uri="{FF2B5EF4-FFF2-40B4-BE49-F238E27FC236}">
                <a16:creationId xmlns:a16="http://schemas.microsoft.com/office/drawing/2014/main" id="{CA1976B7-40D5-71B2-BA3F-603D01781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9903" y="1929609"/>
            <a:ext cx="5569843" cy="4624281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F96BFEAF-8979-B73C-F032-4E627397F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934" y="304110"/>
            <a:ext cx="3746787" cy="609601"/>
          </a:xfrm>
        </p:spPr>
        <p:txBody>
          <a:bodyPr>
            <a:normAutofit/>
          </a:bodyPr>
          <a:lstStyle/>
          <a:p>
            <a:pPr algn="l"/>
            <a:r>
              <a:rPr lang="en-US" sz="2800" dirty="0" err="1">
                <a:solidFill>
                  <a:srgbClr val="2C3932"/>
                </a:solidFill>
              </a:rPr>
              <a:t>Persistenza</a:t>
            </a:r>
            <a:r>
              <a:rPr lang="en-US" sz="2800" dirty="0">
                <a:solidFill>
                  <a:srgbClr val="2C3932"/>
                </a:solidFill>
              </a:rPr>
              <a:t> </a:t>
            </a:r>
            <a:r>
              <a:rPr lang="en-US" sz="2800" dirty="0" err="1">
                <a:solidFill>
                  <a:srgbClr val="2C3932"/>
                </a:solidFill>
              </a:rPr>
              <a:t>dei</a:t>
            </a:r>
            <a:r>
              <a:rPr lang="en-US" sz="2800" dirty="0">
                <a:solidFill>
                  <a:srgbClr val="2C3932"/>
                </a:solidFill>
              </a:rPr>
              <a:t> </a:t>
            </a:r>
            <a:r>
              <a:rPr lang="en-US" sz="2800" dirty="0" err="1">
                <a:solidFill>
                  <a:srgbClr val="2C3932"/>
                </a:solidFill>
              </a:rPr>
              <a:t>dati</a:t>
            </a:r>
            <a:endParaRPr lang="en-US" sz="2800" dirty="0">
              <a:solidFill>
                <a:srgbClr val="2C3932"/>
              </a:solidFill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2B820577-9EBD-A87A-E3D4-2BB1A4898C37}"/>
              </a:ext>
            </a:extLst>
          </p:cNvPr>
          <p:cNvSpPr txBox="1"/>
          <p:nvPr/>
        </p:nvSpPr>
        <p:spPr>
          <a:xfrm>
            <a:off x="1727879" y="1108363"/>
            <a:ext cx="78040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Lo schema è definito in </a:t>
            </a:r>
            <a:r>
              <a:rPr lang="it-IT" sz="1400" dirty="0" err="1"/>
              <a:t>TypeScript</a:t>
            </a:r>
            <a:r>
              <a:rPr lang="it-IT" sz="1400" dirty="0"/>
              <a:t> mediante </a:t>
            </a:r>
            <a:r>
              <a:rPr lang="it-IT" sz="1400" b="1" dirty="0" err="1"/>
              <a:t>Drizzle</a:t>
            </a:r>
            <a:r>
              <a:rPr lang="it-IT" sz="1400" b="1" dirty="0"/>
              <a:t> ORM</a:t>
            </a:r>
            <a:r>
              <a:rPr lang="it-IT" sz="1400" dirty="0"/>
              <a:t>. I tipi delle entità sono derivati automaticamente dallo schema: una modifica alla struttura di una tabella produce immediatamente un errore di compilazione in ogni punto del codice interessato, invece di errori a tempo di esecuzione.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1708869F-6D60-72C6-38AC-78911EA8FBD3}"/>
              </a:ext>
            </a:extLst>
          </p:cNvPr>
          <p:cNvSpPr txBox="1"/>
          <p:nvPr/>
        </p:nvSpPr>
        <p:spPr>
          <a:xfrm>
            <a:off x="598819" y="2810904"/>
            <a:ext cx="2016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2C3932"/>
                </a:solidFill>
                <a:latin typeface="Bahnschrift" panose="020B0502040204020203" pitchFamily="34" charset="0"/>
              </a:rPr>
              <a:t>Scelte progettuali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AEF5B69F-7DB6-D5DE-0DEB-8A4E6A502517}"/>
              </a:ext>
            </a:extLst>
          </p:cNvPr>
          <p:cNvSpPr txBox="1"/>
          <p:nvPr/>
        </p:nvSpPr>
        <p:spPr>
          <a:xfrm>
            <a:off x="598819" y="3195093"/>
            <a:ext cx="461049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b="1" dirty="0"/>
              <a:t>Doppia relazione</a:t>
            </a:r>
            <a:r>
              <a:rPr lang="it-IT" sz="1400" dirty="0"/>
              <a:t> = un utente è autore di alcune segnalazioni e assegnatario di altre.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b="1" dirty="0"/>
              <a:t>UUID</a:t>
            </a:r>
            <a:r>
              <a:rPr lang="it-IT" sz="1400" dirty="0"/>
              <a:t> = identificativi non prevedibili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b="1" dirty="0"/>
              <a:t>Cascate differenziate</a:t>
            </a:r>
            <a:r>
              <a:rPr lang="it-IT" sz="1400" dirty="0"/>
              <a:t> = i commenti seguono le segnalazioni, non l’autore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b="1" dirty="0"/>
              <a:t>Tipi custom</a:t>
            </a:r>
            <a:r>
              <a:rPr lang="it-IT" sz="1400" dirty="0"/>
              <a:t> = </a:t>
            </a:r>
            <a:r>
              <a:rPr lang="it-IT" sz="1400" dirty="0" err="1"/>
              <a:t>pgEnum</a:t>
            </a:r>
            <a:r>
              <a:rPr lang="it-IT" sz="1400" dirty="0"/>
              <a:t> per stati, tipi e priorità; </a:t>
            </a:r>
            <a:r>
              <a:rPr lang="it-IT" sz="1400" dirty="0" err="1"/>
              <a:t>customType</a:t>
            </a:r>
            <a:r>
              <a:rPr lang="it-IT" sz="1400" dirty="0"/>
              <a:t> per i tipi binari delle immagini.</a:t>
            </a:r>
          </a:p>
        </p:txBody>
      </p:sp>
    </p:spTree>
    <p:extLst>
      <p:ext uri="{BB962C8B-B14F-4D97-AF65-F5344CB8AC3E}">
        <p14:creationId xmlns:p14="http://schemas.microsoft.com/office/powerpoint/2010/main" val="4225083042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AAA8B-21C3-F01F-54E9-754FC678C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875FA-4E34-5C07-ED21-0D64E9093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8959" y="341670"/>
            <a:ext cx="5353914" cy="674945"/>
          </a:xfrm>
        </p:spPr>
        <p:txBody>
          <a:bodyPr/>
          <a:lstStyle/>
          <a:p>
            <a:r>
              <a:rPr lang="it-IT" dirty="0" err="1"/>
              <a:t>DevOps</a:t>
            </a:r>
            <a:r>
              <a:rPr lang="it-IT" dirty="0"/>
              <a:t> &amp; Quality Assurance</a:t>
            </a:r>
            <a:endParaRPr lang="en-US" dirty="0"/>
          </a:p>
        </p:txBody>
      </p:sp>
      <p:grpSp>
        <p:nvGrpSpPr>
          <p:cNvPr id="17" name="Gruppo 16">
            <a:extLst>
              <a:ext uri="{FF2B5EF4-FFF2-40B4-BE49-F238E27FC236}">
                <a16:creationId xmlns:a16="http://schemas.microsoft.com/office/drawing/2014/main" id="{F0784FCE-2E34-FD8F-7AF3-3C29792281DE}"/>
              </a:ext>
            </a:extLst>
          </p:cNvPr>
          <p:cNvGrpSpPr/>
          <p:nvPr/>
        </p:nvGrpSpPr>
        <p:grpSpPr>
          <a:xfrm>
            <a:off x="831410" y="2440036"/>
            <a:ext cx="4592144" cy="2191328"/>
            <a:chOff x="401550" y="1016615"/>
            <a:chExt cx="4592144" cy="2191328"/>
          </a:xfrm>
        </p:grpSpPr>
        <p:sp>
          <p:nvSpPr>
            <p:cNvPr id="3" name="Rettangolo con angoli arrotondati 2">
              <a:extLst>
                <a:ext uri="{FF2B5EF4-FFF2-40B4-BE49-F238E27FC236}">
                  <a16:creationId xmlns:a16="http://schemas.microsoft.com/office/drawing/2014/main" id="{D50B605A-F937-C125-73AB-4772E0CD242A}"/>
                </a:ext>
              </a:extLst>
            </p:cNvPr>
            <p:cNvSpPr/>
            <p:nvPr/>
          </p:nvSpPr>
          <p:spPr>
            <a:xfrm>
              <a:off x="401550" y="1016615"/>
              <a:ext cx="4592144" cy="2191328"/>
            </a:xfrm>
            <a:prstGeom prst="roundRect">
              <a:avLst>
                <a:gd name="adj" fmla="val 6717"/>
              </a:avLst>
            </a:prstGeom>
            <a:ln w="190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pic>
          <p:nvPicPr>
            <p:cNvPr id="4" name="Immagine 3" descr="GitHub Logo, Git Hub Icon On White Background 16833872 Vector Art at ...">
              <a:extLst>
                <a:ext uri="{FF2B5EF4-FFF2-40B4-BE49-F238E27FC236}">
                  <a16:creationId xmlns:a16="http://schemas.microsoft.com/office/drawing/2014/main" id="{DC88A548-2848-F1CF-B967-D033007D1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5921" y="1135303"/>
              <a:ext cx="358140" cy="358140"/>
            </a:xfrm>
            <a:prstGeom prst="rect">
              <a:avLst/>
            </a:prstGeom>
          </p:spPr>
        </p:pic>
        <p:sp>
          <p:nvSpPr>
            <p:cNvPr id="5" name="CasellaDiTesto 4">
              <a:extLst>
                <a:ext uri="{FF2B5EF4-FFF2-40B4-BE49-F238E27FC236}">
                  <a16:creationId xmlns:a16="http://schemas.microsoft.com/office/drawing/2014/main" id="{0E10E597-5CB3-9E9C-DDD7-8534B21FED9F}"/>
                </a:ext>
              </a:extLst>
            </p:cNvPr>
            <p:cNvSpPr txBox="1"/>
            <p:nvPr/>
          </p:nvSpPr>
          <p:spPr>
            <a:xfrm>
              <a:off x="864061" y="1154889"/>
              <a:ext cx="185820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600" b="1" dirty="0">
                  <a:solidFill>
                    <a:schemeClr val="accent5"/>
                  </a:solidFill>
                  <a:latin typeface="Bahnschrift" panose="020B0502040204020203" pitchFamily="34" charset="0"/>
                </a:rPr>
                <a:t>GitHub: </a:t>
              </a:r>
              <a:r>
                <a:rPr lang="it-IT" sz="1600" b="1" dirty="0" err="1">
                  <a:solidFill>
                    <a:schemeClr val="accent5"/>
                  </a:solidFill>
                  <a:latin typeface="Bahnschrift" panose="020B0502040204020203" pitchFamily="34" charset="0"/>
                </a:rPr>
                <a:t>versioning</a:t>
              </a:r>
              <a:endParaRPr lang="it-IT" sz="1600" b="1" dirty="0">
                <a:solidFill>
                  <a:schemeClr val="accent5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6" name="CasellaDiTesto 5">
              <a:extLst>
                <a:ext uri="{FF2B5EF4-FFF2-40B4-BE49-F238E27FC236}">
                  <a16:creationId xmlns:a16="http://schemas.microsoft.com/office/drawing/2014/main" id="{282C8301-8D28-86DF-35B3-BF0630161442}"/>
                </a:ext>
              </a:extLst>
            </p:cNvPr>
            <p:cNvSpPr txBox="1"/>
            <p:nvPr/>
          </p:nvSpPr>
          <p:spPr>
            <a:xfrm>
              <a:off x="505921" y="1513029"/>
              <a:ext cx="4269278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500" b="1" dirty="0">
                  <a:latin typeface="Bahnschrift" panose="020B0502040204020203" pitchFamily="34" charset="0"/>
                </a:rPr>
                <a:t>Branch strategy</a:t>
              </a:r>
              <a:r>
                <a:rPr lang="it-IT" sz="1500" dirty="0"/>
                <a:t>: merge sul ramo principale solo a funzionalità verificata</a:t>
              </a:r>
            </a:p>
          </p:txBody>
        </p:sp>
        <p:sp>
          <p:nvSpPr>
            <p:cNvPr id="7" name="CasellaDiTesto 6">
              <a:extLst>
                <a:ext uri="{FF2B5EF4-FFF2-40B4-BE49-F238E27FC236}">
                  <a16:creationId xmlns:a16="http://schemas.microsoft.com/office/drawing/2014/main" id="{2E3EB0AF-779F-322D-A788-2AF492ADFC58}"/>
                </a:ext>
              </a:extLst>
            </p:cNvPr>
            <p:cNvSpPr txBox="1"/>
            <p:nvPr/>
          </p:nvSpPr>
          <p:spPr>
            <a:xfrm>
              <a:off x="505921" y="2086613"/>
              <a:ext cx="179728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600" b="1" dirty="0">
                  <a:solidFill>
                    <a:schemeClr val="accent5"/>
                  </a:solidFill>
                  <a:latin typeface="Bahnschrift" panose="020B0502040204020203" pitchFamily="34" charset="0"/>
                </a:rPr>
                <a:t>Pipeline di analisi</a:t>
              </a:r>
            </a:p>
          </p:txBody>
        </p:sp>
        <p:sp>
          <p:nvSpPr>
            <p:cNvPr id="8" name="CasellaDiTesto 7">
              <a:extLst>
                <a:ext uri="{FF2B5EF4-FFF2-40B4-BE49-F238E27FC236}">
                  <a16:creationId xmlns:a16="http://schemas.microsoft.com/office/drawing/2014/main" id="{2A9A1AEB-46DC-5D80-6052-5A41391F70B7}"/>
                </a:ext>
              </a:extLst>
            </p:cNvPr>
            <p:cNvSpPr txBox="1"/>
            <p:nvPr/>
          </p:nvSpPr>
          <p:spPr>
            <a:xfrm>
              <a:off x="505921" y="2444753"/>
              <a:ext cx="1141659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500" dirty="0" err="1"/>
                <a:t>npm</a:t>
              </a:r>
              <a:r>
                <a:rPr lang="it-IT" sz="1500" dirty="0"/>
                <a:t> </a:t>
              </a:r>
              <a:r>
                <a:rPr lang="it-IT" sz="1500" dirty="0" err="1"/>
                <a:t>install</a:t>
              </a:r>
              <a:endParaRPr lang="it-IT" sz="1500" dirty="0"/>
            </a:p>
          </p:txBody>
        </p:sp>
        <p:sp>
          <p:nvSpPr>
            <p:cNvPr id="10" name="CasellaDiTesto 9">
              <a:extLst>
                <a:ext uri="{FF2B5EF4-FFF2-40B4-BE49-F238E27FC236}">
                  <a16:creationId xmlns:a16="http://schemas.microsoft.com/office/drawing/2014/main" id="{BF7BBAC1-DA17-FE44-9F16-DED81DEFE567}"/>
                </a:ext>
              </a:extLst>
            </p:cNvPr>
            <p:cNvSpPr txBox="1"/>
            <p:nvPr/>
          </p:nvSpPr>
          <p:spPr>
            <a:xfrm>
              <a:off x="1732378" y="2445818"/>
              <a:ext cx="1404552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500" dirty="0" err="1"/>
                <a:t>test:coverage</a:t>
              </a:r>
              <a:endParaRPr lang="it-IT" sz="1500" dirty="0"/>
            </a:p>
          </p:txBody>
        </p:sp>
        <p:sp>
          <p:nvSpPr>
            <p:cNvPr id="12" name="CasellaDiTesto 11">
              <a:extLst>
                <a:ext uri="{FF2B5EF4-FFF2-40B4-BE49-F238E27FC236}">
                  <a16:creationId xmlns:a16="http://schemas.microsoft.com/office/drawing/2014/main" id="{5E64BED5-BA03-F085-CC32-ED43F6746501}"/>
                </a:ext>
              </a:extLst>
            </p:cNvPr>
            <p:cNvSpPr txBox="1"/>
            <p:nvPr/>
          </p:nvSpPr>
          <p:spPr>
            <a:xfrm>
              <a:off x="3241291" y="2449377"/>
              <a:ext cx="1752403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500" dirty="0" err="1"/>
                <a:t>SonarCloud</a:t>
              </a:r>
              <a:r>
                <a:rPr lang="it-IT" sz="1500" dirty="0"/>
                <a:t> Scan</a:t>
              </a:r>
            </a:p>
          </p:txBody>
        </p:sp>
        <p:cxnSp>
          <p:nvCxnSpPr>
            <p:cNvPr id="14" name="Connettore 2 13">
              <a:extLst>
                <a:ext uri="{FF2B5EF4-FFF2-40B4-BE49-F238E27FC236}">
                  <a16:creationId xmlns:a16="http://schemas.microsoft.com/office/drawing/2014/main" id="{DABC63BD-95F4-E048-F29A-17CDCA872F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98760" y="2606335"/>
              <a:ext cx="202001" cy="1643"/>
            </a:xfrm>
            <a:prstGeom prst="straightConnector1">
              <a:avLst/>
            </a:prstGeom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" name="Connettore 2 14">
              <a:extLst>
                <a:ext uri="{FF2B5EF4-FFF2-40B4-BE49-F238E27FC236}">
                  <a16:creationId xmlns:a16="http://schemas.microsoft.com/office/drawing/2014/main" id="{DF6E0686-7D37-5226-4DEB-796592B309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88110" y="2611604"/>
              <a:ext cx="202001" cy="1643"/>
            </a:xfrm>
            <a:prstGeom prst="straightConnector1">
              <a:avLst/>
            </a:prstGeom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6" name="CasellaDiTesto 15">
              <a:extLst>
                <a:ext uri="{FF2B5EF4-FFF2-40B4-BE49-F238E27FC236}">
                  <a16:creationId xmlns:a16="http://schemas.microsoft.com/office/drawing/2014/main" id="{FD9421F5-B17B-65FA-8CAB-93C4B3E18D0E}"/>
                </a:ext>
              </a:extLst>
            </p:cNvPr>
            <p:cNvSpPr txBox="1"/>
            <p:nvPr/>
          </p:nvSpPr>
          <p:spPr>
            <a:xfrm>
              <a:off x="505921" y="2787504"/>
              <a:ext cx="3727302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500" dirty="0"/>
                <a:t>Attivata a ogni </a:t>
              </a:r>
              <a:r>
                <a:rPr lang="it-IT" sz="1500" dirty="0" err="1"/>
                <a:t>push</a:t>
              </a:r>
              <a:r>
                <a:rPr lang="it-IT" sz="1500" dirty="0"/>
                <a:t> sul ramo principale.</a:t>
              </a:r>
            </a:p>
          </p:txBody>
        </p:sp>
      </p:grpSp>
      <p:grpSp>
        <p:nvGrpSpPr>
          <p:cNvPr id="47" name="Gruppo 46">
            <a:extLst>
              <a:ext uri="{FF2B5EF4-FFF2-40B4-BE49-F238E27FC236}">
                <a16:creationId xmlns:a16="http://schemas.microsoft.com/office/drawing/2014/main" id="{04D0097A-D949-1A7B-D221-0077519D5E9C}"/>
              </a:ext>
            </a:extLst>
          </p:cNvPr>
          <p:cNvGrpSpPr/>
          <p:nvPr/>
        </p:nvGrpSpPr>
        <p:grpSpPr>
          <a:xfrm>
            <a:off x="6018815" y="2508782"/>
            <a:ext cx="5289208" cy="1963332"/>
            <a:chOff x="3777102" y="4018368"/>
            <a:chExt cx="5289208" cy="1963332"/>
          </a:xfrm>
        </p:grpSpPr>
        <p:sp>
          <p:nvSpPr>
            <p:cNvPr id="30" name="Rettangolo con angoli arrotondati 29">
              <a:extLst>
                <a:ext uri="{FF2B5EF4-FFF2-40B4-BE49-F238E27FC236}">
                  <a16:creationId xmlns:a16="http://schemas.microsoft.com/office/drawing/2014/main" id="{E85C1585-0658-50CC-CC0E-31914B7FBC41}"/>
                </a:ext>
              </a:extLst>
            </p:cNvPr>
            <p:cNvSpPr/>
            <p:nvPr/>
          </p:nvSpPr>
          <p:spPr>
            <a:xfrm>
              <a:off x="3777102" y="4018368"/>
              <a:ext cx="5289208" cy="1963332"/>
            </a:xfrm>
            <a:prstGeom prst="roundRect">
              <a:avLst>
                <a:gd name="adj" fmla="val 6717"/>
              </a:avLst>
            </a:prstGeom>
            <a:ln w="190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32" name="CasellaDiTesto 31">
              <a:extLst>
                <a:ext uri="{FF2B5EF4-FFF2-40B4-BE49-F238E27FC236}">
                  <a16:creationId xmlns:a16="http://schemas.microsoft.com/office/drawing/2014/main" id="{C06AC403-0B00-C124-E6CF-064CA96E400F}"/>
                </a:ext>
              </a:extLst>
            </p:cNvPr>
            <p:cNvSpPr txBox="1"/>
            <p:nvPr/>
          </p:nvSpPr>
          <p:spPr>
            <a:xfrm>
              <a:off x="3935300" y="4163571"/>
              <a:ext cx="262283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600" b="1" dirty="0" err="1">
                  <a:solidFill>
                    <a:schemeClr val="accent5"/>
                  </a:solidFill>
                  <a:latin typeface="Bahnschrift" panose="020B0502040204020203" pitchFamily="34" charset="0"/>
                </a:rPr>
                <a:t>SonarCloud</a:t>
              </a:r>
              <a:r>
                <a:rPr lang="it-IT" sz="1600" b="1" dirty="0">
                  <a:solidFill>
                    <a:schemeClr val="accent5"/>
                  </a:solidFill>
                  <a:latin typeface="Bahnschrift" panose="020B0502040204020203" pitchFamily="34" charset="0"/>
                </a:rPr>
                <a:t>: analisi statica</a:t>
              </a:r>
            </a:p>
          </p:txBody>
        </p:sp>
        <p:grpSp>
          <p:nvGrpSpPr>
            <p:cNvPr id="36" name="Gruppo 35">
              <a:extLst>
                <a:ext uri="{FF2B5EF4-FFF2-40B4-BE49-F238E27FC236}">
                  <a16:creationId xmlns:a16="http://schemas.microsoft.com/office/drawing/2014/main" id="{E15162B3-4707-EF89-933F-39D174CEE6FE}"/>
                </a:ext>
              </a:extLst>
            </p:cNvPr>
            <p:cNvGrpSpPr/>
            <p:nvPr/>
          </p:nvGrpSpPr>
          <p:grpSpPr>
            <a:xfrm>
              <a:off x="3994180" y="4598972"/>
              <a:ext cx="1252537" cy="710207"/>
              <a:chOff x="2005013" y="4452181"/>
              <a:chExt cx="1252537" cy="710207"/>
            </a:xfrm>
          </p:grpSpPr>
          <p:sp>
            <p:nvSpPr>
              <p:cNvPr id="33" name="Rettangolo 32">
                <a:extLst>
                  <a:ext uri="{FF2B5EF4-FFF2-40B4-BE49-F238E27FC236}">
                    <a16:creationId xmlns:a16="http://schemas.microsoft.com/office/drawing/2014/main" id="{5C9143BF-B72C-22A3-31DB-37DBE551DDE9}"/>
                  </a:ext>
                </a:extLst>
              </p:cNvPr>
              <p:cNvSpPr/>
              <p:nvPr/>
            </p:nvSpPr>
            <p:spPr>
              <a:xfrm>
                <a:off x="2005013" y="4452181"/>
                <a:ext cx="1252537" cy="710207"/>
              </a:xfrm>
              <a:prstGeom prst="rect">
                <a:avLst/>
              </a:prstGeom>
              <a:solidFill>
                <a:srgbClr val="CAE8A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34" name="CasellaDiTesto 33">
                <a:extLst>
                  <a:ext uri="{FF2B5EF4-FFF2-40B4-BE49-F238E27FC236}">
                    <a16:creationId xmlns:a16="http://schemas.microsoft.com/office/drawing/2014/main" id="{90E249D2-EB56-9442-4D7B-0AD768136562}"/>
                  </a:ext>
                </a:extLst>
              </p:cNvPr>
              <p:cNvSpPr txBox="1"/>
              <p:nvPr/>
            </p:nvSpPr>
            <p:spPr>
              <a:xfrm>
                <a:off x="2167041" y="4502125"/>
                <a:ext cx="94128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sz="1600" b="1" dirty="0">
                    <a:latin typeface="Bahnschrift" panose="020B0502040204020203" pitchFamily="34" charset="0"/>
                  </a:rPr>
                  <a:t>Security</a:t>
                </a:r>
              </a:p>
            </p:txBody>
          </p:sp>
          <p:sp>
            <p:nvSpPr>
              <p:cNvPr id="35" name="CasellaDiTesto 34">
                <a:extLst>
                  <a:ext uri="{FF2B5EF4-FFF2-40B4-BE49-F238E27FC236}">
                    <a16:creationId xmlns:a16="http://schemas.microsoft.com/office/drawing/2014/main" id="{364FDAD9-D542-426F-A064-3B38AB76F9AC}"/>
                  </a:ext>
                </a:extLst>
              </p:cNvPr>
              <p:cNvSpPr txBox="1"/>
              <p:nvPr/>
            </p:nvSpPr>
            <p:spPr>
              <a:xfrm>
                <a:off x="2455581" y="4762278"/>
                <a:ext cx="36420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sz="2000" dirty="0"/>
                  <a:t>A</a:t>
                </a:r>
              </a:p>
            </p:txBody>
          </p:sp>
        </p:grpSp>
        <p:grpSp>
          <p:nvGrpSpPr>
            <p:cNvPr id="37" name="Gruppo 36">
              <a:extLst>
                <a:ext uri="{FF2B5EF4-FFF2-40B4-BE49-F238E27FC236}">
                  <a16:creationId xmlns:a16="http://schemas.microsoft.com/office/drawing/2014/main" id="{724FB946-05F6-23AC-012D-D7D45FF9E349}"/>
                </a:ext>
              </a:extLst>
            </p:cNvPr>
            <p:cNvGrpSpPr/>
            <p:nvPr/>
          </p:nvGrpSpPr>
          <p:grpSpPr>
            <a:xfrm>
              <a:off x="5481880" y="4598971"/>
              <a:ext cx="1463405" cy="710207"/>
              <a:chOff x="2005013" y="4452181"/>
              <a:chExt cx="1463405" cy="710207"/>
            </a:xfrm>
          </p:grpSpPr>
          <p:sp>
            <p:nvSpPr>
              <p:cNvPr id="38" name="Rettangolo 37">
                <a:extLst>
                  <a:ext uri="{FF2B5EF4-FFF2-40B4-BE49-F238E27FC236}">
                    <a16:creationId xmlns:a16="http://schemas.microsoft.com/office/drawing/2014/main" id="{9042E67B-FAE2-2C4D-C01E-3224ACAE04EB}"/>
                  </a:ext>
                </a:extLst>
              </p:cNvPr>
              <p:cNvSpPr/>
              <p:nvPr/>
            </p:nvSpPr>
            <p:spPr>
              <a:xfrm>
                <a:off x="2005013" y="4452181"/>
                <a:ext cx="1463405" cy="710207"/>
              </a:xfrm>
              <a:prstGeom prst="rect">
                <a:avLst/>
              </a:prstGeom>
              <a:solidFill>
                <a:srgbClr val="CAE8A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  <p:sp>
            <p:nvSpPr>
              <p:cNvPr id="39" name="CasellaDiTesto 38">
                <a:extLst>
                  <a:ext uri="{FF2B5EF4-FFF2-40B4-BE49-F238E27FC236}">
                    <a16:creationId xmlns:a16="http://schemas.microsoft.com/office/drawing/2014/main" id="{7C4ABA31-2516-C6CA-1A3F-C7CA04CBA024}"/>
                  </a:ext>
                </a:extLst>
              </p:cNvPr>
              <p:cNvSpPr txBox="1"/>
              <p:nvPr/>
            </p:nvSpPr>
            <p:spPr>
              <a:xfrm>
                <a:off x="2139436" y="4502126"/>
                <a:ext cx="119455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sz="1600" b="1" dirty="0" err="1">
                    <a:latin typeface="Bahnschrift" panose="020B0502040204020203" pitchFamily="34" charset="0"/>
                  </a:rPr>
                  <a:t>Realiability</a:t>
                </a:r>
                <a:endParaRPr lang="it-IT" sz="1600" b="1" dirty="0">
                  <a:latin typeface="Bahnschrift" panose="020B0502040204020203" pitchFamily="34" charset="0"/>
                </a:endParaRPr>
              </a:p>
            </p:txBody>
          </p:sp>
          <p:sp>
            <p:nvSpPr>
              <p:cNvPr id="40" name="CasellaDiTesto 39">
                <a:extLst>
                  <a:ext uri="{FF2B5EF4-FFF2-40B4-BE49-F238E27FC236}">
                    <a16:creationId xmlns:a16="http://schemas.microsoft.com/office/drawing/2014/main" id="{B3E7D277-0966-222B-3C17-34A66D383E7C}"/>
                  </a:ext>
                </a:extLst>
              </p:cNvPr>
              <p:cNvSpPr txBox="1"/>
              <p:nvPr/>
            </p:nvSpPr>
            <p:spPr>
              <a:xfrm>
                <a:off x="2554614" y="4762278"/>
                <a:ext cx="36420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sz="2000" dirty="0"/>
                  <a:t>A</a:t>
                </a:r>
              </a:p>
            </p:txBody>
          </p:sp>
        </p:grpSp>
        <p:grpSp>
          <p:nvGrpSpPr>
            <p:cNvPr id="41" name="Gruppo 40">
              <a:extLst>
                <a:ext uri="{FF2B5EF4-FFF2-40B4-BE49-F238E27FC236}">
                  <a16:creationId xmlns:a16="http://schemas.microsoft.com/office/drawing/2014/main" id="{4A428F1C-5BC8-15B2-0E94-22958ECE4360}"/>
                </a:ext>
              </a:extLst>
            </p:cNvPr>
            <p:cNvGrpSpPr/>
            <p:nvPr/>
          </p:nvGrpSpPr>
          <p:grpSpPr>
            <a:xfrm>
              <a:off x="7101618" y="4598970"/>
              <a:ext cx="1678435" cy="710207"/>
              <a:chOff x="2005013" y="4452181"/>
              <a:chExt cx="1678435" cy="710207"/>
            </a:xfrm>
          </p:grpSpPr>
          <p:sp>
            <p:nvSpPr>
              <p:cNvPr id="42" name="Rettangolo 41">
                <a:extLst>
                  <a:ext uri="{FF2B5EF4-FFF2-40B4-BE49-F238E27FC236}">
                    <a16:creationId xmlns:a16="http://schemas.microsoft.com/office/drawing/2014/main" id="{471A6069-85E6-44C4-B922-5FBE50E8AF68}"/>
                  </a:ext>
                </a:extLst>
              </p:cNvPr>
              <p:cNvSpPr/>
              <p:nvPr/>
            </p:nvSpPr>
            <p:spPr>
              <a:xfrm>
                <a:off x="2005013" y="4452181"/>
                <a:ext cx="1678435" cy="710207"/>
              </a:xfrm>
              <a:prstGeom prst="rect">
                <a:avLst/>
              </a:prstGeom>
              <a:solidFill>
                <a:srgbClr val="CAE8A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  <p:sp>
            <p:nvSpPr>
              <p:cNvPr id="43" name="CasellaDiTesto 42">
                <a:extLst>
                  <a:ext uri="{FF2B5EF4-FFF2-40B4-BE49-F238E27FC236}">
                    <a16:creationId xmlns:a16="http://schemas.microsoft.com/office/drawing/2014/main" id="{6674863B-68B4-8BEC-D12F-E1F4B884B17D}"/>
                  </a:ext>
                </a:extLst>
              </p:cNvPr>
              <p:cNvSpPr txBox="1"/>
              <p:nvPr/>
            </p:nvSpPr>
            <p:spPr>
              <a:xfrm>
                <a:off x="2072224" y="4502127"/>
                <a:ext cx="154401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sz="1600" b="1" dirty="0" err="1">
                    <a:latin typeface="Bahnschrift" panose="020B0502040204020203" pitchFamily="34" charset="0"/>
                  </a:rPr>
                  <a:t>Maintainability</a:t>
                </a:r>
                <a:endParaRPr lang="it-IT" sz="1600" b="1" dirty="0">
                  <a:latin typeface="Bahnschrift" panose="020B0502040204020203" pitchFamily="34" charset="0"/>
                </a:endParaRPr>
              </a:p>
            </p:txBody>
          </p:sp>
          <p:sp>
            <p:nvSpPr>
              <p:cNvPr id="44" name="CasellaDiTesto 43">
                <a:extLst>
                  <a:ext uri="{FF2B5EF4-FFF2-40B4-BE49-F238E27FC236}">
                    <a16:creationId xmlns:a16="http://schemas.microsoft.com/office/drawing/2014/main" id="{75CF9E5E-BB9C-1AAB-46A7-80B3B63704BA}"/>
                  </a:ext>
                </a:extLst>
              </p:cNvPr>
              <p:cNvSpPr txBox="1"/>
              <p:nvPr/>
            </p:nvSpPr>
            <p:spPr>
              <a:xfrm>
                <a:off x="2662129" y="4762278"/>
                <a:ext cx="36420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sz="2000" dirty="0"/>
                  <a:t>A</a:t>
                </a:r>
              </a:p>
            </p:txBody>
          </p:sp>
        </p:grpSp>
        <p:sp>
          <p:nvSpPr>
            <p:cNvPr id="46" name="CasellaDiTesto 45">
              <a:extLst>
                <a:ext uri="{FF2B5EF4-FFF2-40B4-BE49-F238E27FC236}">
                  <a16:creationId xmlns:a16="http://schemas.microsoft.com/office/drawing/2014/main" id="{75F349A9-FCBB-12AB-D6EA-1012B98A62EA}"/>
                </a:ext>
              </a:extLst>
            </p:cNvPr>
            <p:cNvSpPr txBox="1"/>
            <p:nvPr/>
          </p:nvSpPr>
          <p:spPr>
            <a:xfrm>
              <a:off x="3930283" y="5478668"/>
              <a:ext cx="355417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500" dirty="0"/>
                <a:t>Report automatico via GitHub Actions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925074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1EDA9-1AD9-4C4B-7880-6EE0AA593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>
            <a:extLst>
              <a:ext uri="{FF2B5EF4-FFF2-40B4-BE49-F238E27FC236}">
                <a16:creationId xmlns:a16="http://schemas.microsoft.com/office/drawing/2014/main" id="{68D3E611-DC7C-B805-FC48-92BC6E944F9F}"/>
              </a:ext>
            </a:extLst>
          </p:cNvPr>
          <p:cNvSpPr/>
          <p:nvPr/>
        </p:nvSpPr>
        <p:spPr>
          <a:xfrm>
            <a:off x="246888" y="1106423"/>
            <a:ext cx="5001768" cy="25511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0497F-4001-9F0A-E592-DDE4FC122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9137" y="315471"/>
            <a:ext cx="3566031" cy="681226"/>
          </a:xfrm>
        </p:spPr>
        <p:txBody>
          <a:bodyPr/>
          <a:lstStyle/>
          <a:p>
            <a:r>
              <a:rPr lang="en-US" dirty="0" err="1"/>
              <a:t>Strategia</a:t>
            </a:r>
            <a:r>
              <a:rPr lang="en-US" dirty="0"/>
              <a:t> di </a:t>
            </a:r>
            <a:r>
              <a:rPr lang="en-US" dirty="0" err="1"/>
              <a:t>verifica</a:t>
            </a:r>
            <a:endParaRPr lang="en-US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B014555-DF2E-AD44-ADFF-6AE498F9C434}"/>
              </a:ext>
            </a:extLst>
          </p:cNvPr>
          <p:cNvSpPr txBox="1"/>
          <p:nvPr/>
        </p:nvSpPr>
        <p:spPr>
          <a:xfrm>
            <a:off x="411480" y="1243584"/>
            <a:ext cx="1627369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700" b="1" dirty="0">
                <a:solidFill>
                  <a:schemeClr val="accent1"/>
                </a:solidFill>
                <a:latin typeface="Bahnschrift" panose="020B0502040204020203" pitchFamily="34" charset="0"/>
              </a:rPr>
              <a:t>Verifica statica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AAD0BC2E-A09B-0999-0719-14D8F3A46872}"/>
              </a:ext>
            </a:extLst>
          </p:cNvPr>
          <p:cNvSpPr txBox="1"/>
          <p:nvPr/>
        </p:nvSpPr>
        <p:spPr>
          <a:xfrm>
            <a:off x="411480" y="1582138"/>
            <a:ext cx="52148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/>
              <a:t>Analisi mediante </a:t>
            </a:r>
            <a:r>
              <a:rPr lang="it-IT" sz="1600" dirty="0" err="1"/>
              <a:t>SonarCloud</a:t>
            </a:r>
            <a:r>
              <a:rPr lang="it-IT" sz="1600" dirty="0"/>
              <a:t>, integrata nella pipeline.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889D139E-1DBE-2B2A-0ECF-F8389498567D}"/>
              </a:ext>
            </a:extLst>
          </p:cNvPr>
          <p:cNvSpPr txBox="1"/>
          <p:nvPr/>
        </p:nvSpPr>
        <p:spPr>
          <a:xfrm>
            <a:off x="411480" y="1926266"/>
            <a:ext cx="3106941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700" b="1" dirty="0">
                <a:solidFill>
                  <a:schemeClr val="accent1"/>
                </a:solidFill>
                <a:latin typeface="Bahnschrift" panose="020B0502040204020203" pitchFamily="34" charset="0"/>
              </a:rPr>
              <a:t>Verifica dinamica: test di unità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8DC60235-0A02-AF82-7BD4-891FF2B3FC8D}"/>
              </a:ext>
            </a:extLst>
          </p:cNvPr>
          <p:cNvSpPr txBox="1"/>
          <p:nvPr/>
        </p:nvSpPr>
        <p:spPr>
          <a:xfrm>
            <a:off x="411480" y="2255556"/>
            <a:ext cx="35750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/>
              <a:t>52 test su 6 unità, framework </a:t>
            </a:r>
            <a:r>
              <a:rPr lang="it-IT" sz="1600" dirty="0" err="1"/>
              <a:t>Vitest</a:t>
            </a:r>
            <a:endParaRPr lang="it-IT" sz="1600" dirty="0"/>
          </a:p>
        </p:txBody>
      </p:sp>
      <p:graphicFrame>
        <p:nvGraphicFramePr>
          <p:cNvPr id="16" name="Tabella 15">
            <a:extLst>
              <a:ext uri="{FF2B5EF4-FFF2-40B4-BE49-F238E27FC236}">
                <a16:creationId xmlns:a16="http://schemas.microsoft.com/office/drawing/2014/main" id="{0AF9CC06-321F-45E1-A694-C6AE58C53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910738"/>
              </p:ext>
            </p:extLst>
          </p:nvPr>
        </p:nvGraphicFramePr>
        <p:xfrm>
          <a:off x="411480" y="2726210"/>
          <a:ext cx="4402336" cy="20116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01168">
                  <a:extLst>
                    <a:ext uri="{9D8B030D-6E8A-4147-A177-3AD203B41FA5}">
                      <a16:colId xmlns:a16="http://schemas.microsoft.com/office/drawing/2014/main" val="4194382018"/>
                    </a:ext>
                  </a:extLst>
                </a:gridCol>
                <a:gridCol w="2201168">
                  <a:extLst>
                    <a:ext uri="{9D8B030D-6E8A-4147-A177-3AD203B41FA5}">
                      <a16:colId xmlns:a16="http://schemas.microsoft.com/office/drawing/2014/main" val="1537270624"/>
                    </a:ext>
                  </a:extLst>
                </a:gridCol>
              </a:tblGrid>
              <a:tr h="323287">
                <a:tc>
                  <a:txBody>
                    <a:bodyPr/>
                    <a:lstStyle/>
                    <a:p>
                      <a:r>
                        <a:rPr lang="it-IT" sz="1600" dirty="0" err="1"/>
                        <a:t>buildEmail</a:t>
                      </a:r>
                      <a:r>
                        <a:rPr lang="it-IT" sz="1600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Classi di equivalenza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4754610"/>
                  </a:ext>
                </a:extLst>
              </a:tr>
              <a:tr h="253131">
                <a:tc>
                  <a:txBody>
                    <a:bodyPr/>
                    <a:lstStyle/>
                    <a:p>
                      <a:r>
                        <a:rPr lang="it-IT" sz="1600" dirty="0" err="1"/>
                        <a:t>IssueService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Copertura strutturale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963949"/>
                  </a:ext>
                </a:extLst>
              </a:tr>
              <a:tr h="253131">
                <a:tc>
                  <a:txBody>
                    <a:bodyPr/>
                    <a:lstStyle/>
                    <a:p>
                      <a:r>
                        <a:rPr lang="it-IT" sz="1600" dirty="0" err="1"/>
                        <a:t>UserService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Copertura strutturale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746957"/>
                  </a:ext>
                </a:extLst>
              </a:tr>
              <a:tr h="253131">
                <a:tc>
                  <a:txBody>
                    <a:bodyPr/>
                    <a:lstStyle/>
                    <a:p>
                      <a:r>
                        <a:rPr lang="it-IT" sz="1600" dirty="0" err="1"/>
                        <a:t>AuthService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Copertura strutturale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82654"/>
                  </a:ext>
                </a:extLst>
              </a:tr>
              <a:tr h="253131">
                <a:tc>
                  <a:txBody>
                    <a:bodyPr/>
                    <a:lstStyle/>
                    <a:p>
                      <a:r>
                        <a:rPr lang="it-IT" sz="1600" dirty="0" err="1"/>
                        <a:t>CommentService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Copertura strutturale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6478610"/>
                  </a:ext>
                </a:extLst>
              </a:tr>
              <a:tr h="253131">
                <a:tc>
                  <a:txBody>
                    <a:bodyPr/>
                    <a:lstStyle/>
                    <a:p>
                      <a:r>
                        <a:rPr lang="it-IT" sz="1600" dirty="0" err="1"/>
                        <a:t>DashboardService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Copertura strutturale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3863624"/>
                  </a:ext>
                </a:extLst>
              </a:tr>
            </a:tbl>
          </a:graphicData>
        </a:graphic>
      </p:graphicFrame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7545C3E7-2A7B-A16C-0A88-1D39FD2E1C9F}"/>
              </a:ext>
            </a:extLst>
          </p:cNvPr>
          <p:cNvSpPr txBox="1"/>
          <p:nvPr/>
        </p:nvSpPr>
        <p:spPr>
          <a:xfrm>
            <a:off x="5779137" y="1243584"/>
            <a:ext cx="586297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latin typeface="Bahnschrift" panose="020B0502040204020203" pitchFamily="34" charset="0"/>
              </a:rPr>
              <a:t>Black-box</a:t>
            </a:r>
            <a:r>
              <a:rPr lang="it-IT" sz="1600" b="1" dirty="0"/>
              <a:t>:</a:t>
            </a:r>
            <a:r>
              <a:rPr lang="it-IT" sz="1600" dirty="0"/>
              <a:t> Suddivisione del dominio in classi di equivalenza</a:t>
            </a:r>
            <a:endParaRPr lang="it-IT" sz="1600" b="1" dirty="0"/>
          </a:p>
          <a:p>
            <a:r>
              <a:rPr lang="it-IT" sz="1600" b="1" dirty="0">
                <a:latin typeface="Bahnschrift" panose="020B0502040204020203" pitchFamily="34" charset="0"/>
              </a:rPr>
              <a:t>White-box</a:t>
            </a:r>
            <a:r>
              <a:rPr lang="it-IT" sz="1600" b="1" dirty="0"/>
              <a:t>:</a:t>
            </a:r>
            <a:r>
              <a:rPr lang="it-IT" sz="1600" dirty="0"/>
              <a:t> Copertura delle decisioni sui percorsi di esecuzione</a:t>
            </a:r>
          </a:p>
          <a:p>
            <a:r>
              <a:rPr lang="it-IT" sz="1600" b="1" dirty="0">
                <a:latin typeface="Bahnschrift" panose="020B0502040204020203" pitchFamily="34" charset="0"/>
              </a:rPr>
              <a:t>Isolamento</a:t>
            </a:r>
            <a:r>
              <a:rPr lang="it-IT" sz="1600" dirty="0"/>
              <a:t>: Sostituzione dei repository con test double, resa possibile dalla </a:t>
            </a:r>
            <a:r>
              <a:rPr lang="it-IT" sz="1600" dirty="0" err="1"/>
              <a:t>dependency</a:t>
            </a:r>
            <a:r>
              <a:rPr lang="it-IT" sz="1600" dirty="0"/>
              <a:t> injection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6EA37A10-0913-6B58-7EA1-F48BC0E22B42}"/>
              </a:ext>
            </a:extLst>
          </p:cNvPr>
          <p:cNvSpPr txBox="1"/>
          <p:nvPr/>
        </p:nvSpPr>
        <p:spPr>
          <a:xfrm>
            <a:off x="5779137" y="2594110"/>
            <a:ext cx="231666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700" b="1" dirty="0">
                <a:solidFill>
                  <a:schemeClr val="accent1"/>
                </a:solidFill>
                <a:latin typeface="Bahnschrift" panose="020B0502040204020203" pitchFamily="34" charset="0"/>
              </a:rPr>
              <a:t>Validazione con utenti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07C0D4BE-BA2F-AA6F-302A-D6ABCA06841C}"/>
              </a:ext>
            </a:extLst>
          </p:cNvPr>
          <p:cNvSpPr txBox="1"/>
          <p:nvPr/>
        </p:nvSpPr>
        <p:spPr>
          <a:xfrm>
            <a:off x="5779138" y="2924726"/>
            <a:ext cx="5862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6 partecipanti con profili eterogenei per competenza tecnica ed esperienza</a:t>
            </a:r>
          </a:p>
        </p:txBody>
      </p:sp>
      <p:graphicFrame>
        <p:nvGraphicFramePr>
          <p:cNvPr id="21" name="Tabella 20">
            <a:extLst>
              <a:ext uri="{FF2B5EF4-FFF2-40B4-BE49-F238E27FC236}">
                <a16:creationId xmlns:a16="http://schemas.microsoft.com/office/drawing/2014/main" id="{488B0B28-52E7-5B05-4AF4-DD4A202489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0501937"/>
              </p:ext>
            </p:extLst>
          </p:nvPr>
        </p:nvGraphicFramePr>
        <p:xfrm>
          <a:off x="5872444" y="3539108"/>
          <a:ext cx="5594878" cy="7416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14635">
                  <a:extLst>
                    <a:ext uri="{9D8B030D-6E8A-4147-A177-3AD203B41FA5}">
                      <a16:colId xmlns:a16="http://schemas.microsoft.com/office/drawing/2014/main" val="812629121"/>
                    </a:ext>
                  </a:extLst>
                </a:gridCol>
                <a:gridCol w="2237022">
                  <a:extLst>
                    <a:ext uri="{9D8B030D-6E8A-4147-A177-3AD203B41FA5}">
                      <a16:colId xmlns:a16="http://schemas.microsoft.com/office/drawing/2014/main" val="1164405063"/>
                    </a:ext>
                  </a:extLst>
                </a:gridCol>
                <a:gridCol w="1943221">
                  <a:extLst>
                    <a:ext uri="{9D8B030D-6E8A-4147-A177-3AD203B41FA5}">
                      <a16:colId xmlns:a16="http://schemas.microsoft.com/office/drawing/2014/main" val="12001096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sz="1600" dirty="0"/>
                        <a:t>SUS medio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Compiti completati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Errori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628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600" dirty="0"/>
                        <a:t>94,2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387736"/>
                  </a:ext>
                </a:extLst>
              </a:tr>
            </a:tbl>
          </a:graphicData>
        </a:graphic>
      </p:graphicFrame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2270EAB7-404B-6017-6198-0699AB603435}"/>
              </a:ext>
            </a:extLst>
          </p:cNvPr>
          <p:cNvSpPr txBox="1"/>
          <p:nvPr/>
        </p:nvSpPr>
        <p:spPr>
          <a:xfrm>
            <a:off x="5779137" y="4402610"/>
            <a:ext cx="5862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Valutazione </a:t>
            </a:r>
            <a:r>
              <a:rPr lang="it-IT" sz="1600" i="1" dirty="0"/>
              <a:t>Eccellente</a:t>
            </a:r>
            <a:r>
              <a:rPr lang="it-IT" sz="1600" dirty="0"/>
              <a:t> secondo la scala di Bangor, contro un valore medio di riferimento di 68.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D0EB892E-755F-AD74-A8F7-68DAF7F4B801}"/>
              </a:ext>
            </a:extLst>
          </p:cNvPr>
          <p:cNvSpPr txBox="1"/>
          <p:nvPr/>
        </p:nvSpPr>
        <p:spPr>
          <a:xfrm>
            <a:off x="5779137" y="5007717"/>
            <a:ext cx="15327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700" b="1">
                <a:solidFill>
                  <a:schemeClr val="accent1"/>
                </a:solidFill>
                <a:latin typeface="Bahnschrift" panose="020B0502040204020203" pitchFamily="34" charset="0"/>
              </a:rPr>
              <a:t>Expert review</a:t>
            </a:r>
            <a:endParaRPr lang="it-IT" sz="1700" b="1" dirty="0">
              <a:solidFill>
                <a:schemeClr val="accent1"/>
              </a:solidFill>
              <a:latin typeface="Bahnschrift" panose="020B0502040204020203" pitchFamily="34" charset="0"/>
            </a:endParaRP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4E800846-F9BA-CDF4-C3B4-4D03F309B390}"/>
              </a:ext>
            </a:extLst>
          </p:cNvPr>
          <p:cNvSpPr txBox="1"/>
          <p:nvPr/>
        </p:nvSpPr>
        <p:spPr>
          <a:xfrm>
            <a:off x="5779137" y="5381992"/>
            <a:ext cx="5862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Ispezione euristica basata sulle 10 euristiche di Nielsen, condotta su otto schermate in due passate.</a:t>
            </a:r>
          </a:p>
        </p:txBody>
      </p:sp>
    </p:spTree>
    <p:extLst>
      <p:ext uri="{BB962C8B-B14F-4D97-AF65-F5344CB8AC3E}">
        <p14:creationId xmlns:p14="http://schemas.microsoft.com/office/powerpoint/2010/main" val="1529551654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3C4E2-BA78-05A6-AE46-F9F771771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7771729-D0AD-4853-6704-B6524A0FECA7}"/>
              </a:ext>
            </a:extLst>
          </p:cNvPr>
          <p:cNvSpPr/>
          <p:nvPr/>
        </p:nvSpPr>
        <p:spPr>
          <a:xfrm>
            <a:off x="1869976" y="1225296"/>
            <a:ext cx="2646878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D1CE3F-9220-D9A7-03EE-5CAD9606B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9137" y="315471"/>
            <a:ext cx="3566031" cy="681226"/>
          </a:xfrm>
        </p:spPr>
        <p:txBody>
          <a:bodyPr/>
          <a:lstStyle/>
          <a:p>
            <a:r>
              <a:rPr lang="en-US" dirty="0" err="1"/>
              <a:t>Strategia</a:t>
            </a:r>
            <a:r>
              <a:rPr lang="en-US" dirty="0"/>
              <a:t> di </a:t>
            </a:r>
            <a:r>
              <a:rPr lang="en-US" dirty="0" err="1"/>
              <a:t>verifica</a:t>
            </a:r>
            <a:endParaRPr lang="en-US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DE6B6E8-8C92-6918-042A-01885D6A5E15}"/>
              </a:ext>
            </a:extLst>
          </p:cNvPr>
          <p:cNvSpPr txBox="1"/>
          <p:nvPr/>
        </p:nvSpPr>
        <p:spPr>
          <a:xfrm>
            <a:off x="1869975" y="1313164"/>
            <a:ext cx="2646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solidFill>
                  <a:schemeClr val="accent1"/>
                </a:solidFill>
              </a:rPr>
              <a:t>buildEmail</a:t>
            </a:r>
            <a:r>
              <a:rPr lang="it-IT" dirty="0">
                <a:solidFill>
                  <a:schemeClr val="accent1"/>
                </a:solidFill>
              </a:rPr>
              <a:t>() - </a:t>
            </a:r>
            <a:r>
              <a:rPr lang="it-IT" dirty="0" err="1">
                <a:solidFill>
                  <a:schemeClr val="accent1"/>
                </a:solidFill>
              </a:rPr>
              <a:t>blackBox</a:t>
            </a:r>
            <a:endParaRPr lang="it-IT" dirty="0">
              <a:solidFill>
                <a:schemeClr val="accent1"/>
              </a:solidFill>
            </a:endParaRPr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CA3B079A-A795-211C-89B1-03050ACC1F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680626"/>
              </p:ext>
            </p:extLst>
          </p:nvPr>
        </p:nvGraphicFramePr>
        <p:xfrm>
          <a:off x="290829" y="1770364"/>
          <a:ext cx="5805171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568">
                  <a:extLst>
                    <a:ext uri="{9D8B030D-6E8A-4147-A177-3AD203B41FA5}">
                      <a16:colId xmlns:a16="http://schemas.microsoft.com/office/drawing/2014/main" val="105796794"/>
                    </a:ext>
                  </a:extLst>
                </a:gridCol>
                <a:gridCol w="2110105">
                  <a:extLst>
                    <a:ext uri="{9D8B030D-6E8A-4147-A177-3AD203B41FA5}">
                      <a16:colId xmlns:a16="http://schemas.microsoft.com/office/drawing/2014/main" val="706987000"/>
                    </a:ext>
                  </a:extLst>
                </a:gridCol>
                <a:gridCol w="1997393">
                  <a:extLst>
                    <a:ext uri="{9D8B030D-6E8A-4147-A177-3AD203B41FA5}">
                      <a16:colId xmlns:a16="http://schemas.microsoft.com/office/drawing/2014/main" val="1880453182"/>
                    </a:ext>
                  </a:extLst>
                </a:gridCol>
                <a:gridCol w="1094105">
                  <a:extLst>
                    <a:ext uri="{9D8B030D-6E8A-4147-A177-3AD203B41FA5}">
                      <a16:colId xmlns:a16="http://schemas.microsoft.com/office/drawing/2014/main" val="25107338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sz="1400" dirty="0"/>
                        <a:t>TC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Classe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Esito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3675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400" dirty="0"/>
                        <a:t>TC1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(Mario, Rossi)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Lettere latine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Successo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8723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400" dirty="0"/>
                        <a:t>TC2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(Niccolò, Perù)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Diacritici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Successo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6592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400" dirty="0"/>
                        <a:t>TC3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(Anna Maria, D’Amico)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Non alfabetici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Successo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9859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400" dirty="0"/>
                        <a:t>TC4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(Mario, Rossi, 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Progressivo presente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Successo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896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400" dirty="0"/>
                        <a:t>TC5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(Mario, Rossi, ‘’)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Progressivo assente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Successo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386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400" dirty="0"/>
                        <a:t>TC6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(‘’, Rossi)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Parametro vuoto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Eccezione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953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400" dirty="0"/>
                        <a:t>TC7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(Mario, ‘’)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Parametro vuoto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Eccezione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7221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400" dirty="0"/>
                        <a:t>TC8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(王, 李)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Caratteri non latini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Eccezione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979716"/>
                  </a:ext>
                </a:extLst>
              </a:tr>
            </a:tbl>
          </a:graphicData>
        </a:graphic>
      </p:graphicFrame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7FFB2DD0-BE01-01CA-9C11-9858115DBC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553688"/>
              </p:ext>
            </p:extLst>
          </p:nvPr>
        </p:nvGraphicFramePr>
        <p:xfrm>
          <a:off x="6366256" y="1770364"/>
          <a:ext cx="5511800" cy="30937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17905">
                  <a:extLst>
                    <a:ext uri="{9D8B030D-6E8A-4147-A177-3AD203B41FA5}">
                      <a16:colId xmlns:a16="http://schemas.microsoft.com/office/drawing/2014/main" val="129790867"/>
                    </a:ext>
                  </a:extLst>
                </a:gridCol>
                <a:gridCol w="2463927">
                  <a:extLst>
                    <a:ext uri="{9D8B030D-6E8A-4147-A177-3AD203B41FA5}">
                      <a16:colId xmlns:a16="http://schemas.microsoft.com/office/drawing/2014/main" val="2766250354"/>
                    </a:ext>
                  </a:extLst>
                </a:gridCol>
                <a:gridCol w="2029968">
                  <a:extLst>
                    <a:ext uri="{9D8B030D-6E8A-4147-A177-3AD203B41FA5}">
                      <a16:colId xmlns:a16="http://schemas.microsoft.com/office/drawing/2014/main" val="28748759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sz="1400" dirty="0"/>
                        <a:t>Percorso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Condizione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Esito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603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Segnalazione inesistente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Eccezione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304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Né assegnatario né 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Eccezione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1612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Transizione verso stato diverso da </a:t>
                      </a:r>
                      <a:r>
                        <a:rPr lang="it-IT" sz="1400" dirty="0" err="1"/>
                        <a:t>done</a:t>
                      </a:r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Successo, nessuna notifica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9646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P4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Prima risoluzione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Successo, </a:t>
                      </a:r>
                      <a:r>
                        <a:rPr lang="it-IT" sz="1400" dirty="0" err="1"/>
                        <a:t>resolvedAt</a:t>
                      </a:r>
                      <a:r>
                        <a:rPr lang="it-IT" sz="1400" dirty="0"/>
                        <a:t> valorizzato, notifica inviata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690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P5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Segnalazione già risolta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Successo, </a:t>
                      </a:r>
                      <a:r>
                        <a:rPr lang="it-IT" sz="1400" dirty="0" err="1"/>
                        <a:t>resolvedAt</a:t>
                      </a:r>
                      <a:r>
                        <a:rPr lang="it-IT" sz="1400" dirty="0"/>
                        <a:t> conservato, nessuna notifica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3889795"/>
                  </a:ext>
                </a:extLst>
              </a:tr>
            </a:tbl>
          </a:graphicData>
        </a:graphic>
      </p:graphicFrame>
      <p:sp>
        <p:nvSpPr>
          <p:cNvPr id="9" name="CasellaDiTesto 8">
            <a:extLst>
              <a:ext uri="{FF2B5EF4-FFF2-40B4-BE49-F238E27FC236}">
                <a16:creationId xmlns:a16="http://schemas.microsoft.com/office/drawing/2014/main" id="{23ACDF46-9CC3-AB53-426C-673C902D0B7F}"/>
              </a:ext>
            </a:extLst>
          </p:cNvPr>
          <p:cNvSpPr txBox="1"/>
          <p:nvPr/>
        </p:nvSpPr>
        <p:spPr>
          <a:xfrm>
            <a:off x="7339456" y="1300448"/>
            <a:ext cx="3565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solidFill>
                  <a:schemeClr val="accent3"/>
                </a:solidFill>
              </a:rPr>
              <a:t>updateIssueStatus</a:t>
            </a:r>
            <a:r>
              <a:rPr lang="it-IT" dirty="0">
                <a:solidFill>
                  <a:schemeClr val="accent3"/>
                </a:solidFill>
              </a:rPr>
              <a:t>() - </a:t>
            </a:r>
            <a:r>
              <a:rPr lang="it-IT" dirty="0" err="1">
                <a:solidFill>
                  <a:schemeClr val="accent3"/>
                </a:solidFill>
              </a:rPr>
              <a:t>whiteBox</a:t>
            </a:r>
            <a:endParaRPr lang="it-IT" dirty="0">
              <a:solidFill>
                <a:schemeClr val="accent3"/>
              </a:solidFill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CABD040-6D12-A063-B773-C1EA0C27AD59}"/>
              </a:ext>
            </a:extLst>
          </p:cNvPr>
          <p:cNvSpPr txBox="1"/>
          <p:nvPr/>
        </p:nvSpPr>
        <p:spPr>
          <a:xfrm>
            <a:off x="6389371" y="4964668"/>
            <a:ext cx="5511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500" dirty="0"/>
              <a:t>A questi si aggiungono due casi che non derivano da una struttura condizionale:</a:t>
            </a:r>
          </a:p>
          <a:p>
            <a:pPr marL="285750" indent="-285750">
              <a:buFontTx/>
              <a:buChar char="-"/>
            </a:pPr>
            <a:r>
              <a:rPr lang="it-IT" sz="1500" dirty="0"/>
              <a:t>Admin non assegnatario</a:t>
            </a:r>
          </a:p>
          <a:p>
            <a:pPr marL="285750" indent="-285750">
              <a:buFontTx/>
              <a:buChar char="-"/>
            </a:pPr>
            <a:r>
              <a:rPr lang="it-IT" sz="1500" dirty="0"/>
              <a:t>Fallimento della notifica</a:t>
            </a:r>
          </a:p>
        </p:txBody>
      </p:sp>
    </p:spTree>
    <p:extLst>
      <p:ext uri="{BB962C8B-B14F-4D97-AF65-F5344CB8AC3E}">
        <p14:creationId xmlns:p14="http://schemas.microsoft.com/office/powerpoint/2010/main" val="11862437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456EB-6034-5199-7645-4D8C6F1C9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F7277-879D-BAB0-1F84-B1DCA06E7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5400" y="287685"/>
            <a:ext cx="1481199" cy="763522"/>
          </a:xfrm>
        </p:spPr>
        <p:txBody>
          <a:bodyPr/>
          <a:lstStyle/>
          <a:p>
            <a:r>
              <a:rPr lang="en-US" dirty="0"/>
              <a:t>Deploy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EB9ACB1E-164E-02C6-49D5-81C7A9B41538}"/>
              </a:ext>
            </a:extLst>
          </p:cNvPr>
          <p:cNvSpPr txBox="1"/>
          <p:nvPr/>
        </p:nvSpPr>
        <p:spPr>
          <a:xfrm>
            <a:off x="3111074" y="1179576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 err="1">
                <a:solidFill>
                  <a:schemeClr val="accent1"/>
                </a:solidFill>
                <a:latin typeface="Bahnschrift" panose="020B0502040204020203" pitchFamily="34" charset="0"/>
              </a:rPr>
              <a:t>Vercel</a:t>
            </a:r>
            <a:endParaRPr lang="it-IT" b="1" dirty="0">
              <a:solidFill>
                <a:schemeClr val="accent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6904DB0-13C7-4DA9-8442-6E41B8D02F2A}"/>
              </a:ext>
            </a:extLst>
          </p:cNvPr>
          <p:cNvSpPr txBox="1"/>
          <p:nvPr/>
        </p:nvSpPr>
        <p:spPr>
          <a:xfrm>
            <a:off x="2313509" y="1631204"/>
            <a:ext cx="24306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/>
              <a:t>Serve i file del </a:t>
            </a:r>
            <a:r>
              <a:rPr lang="it-IT" sz="1600" dirty="0" err="1"/>
              <a:t>frontend</a:t>
            </a:r>
            <a:r>
              <a:rPr lang="it-IT" sz="1600" dirty="0"/>
              <a:t> compilato.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6DEA5EF-733D-1FC6-F0EC-3C4E37DED785}"/>
              </a:ext>
            </a:extLst>
          </p:cNvPr>
          <p:cNvSpPr txBox="1"/>
          <p:nvPr/>
        </p:nvSpPr>
        <p:spPr>
          <a:xfrm>
            <a:off x="5669992" y="1179576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chemeClr val="accent1"/>
                </a:solidFill>
                <a:latin typeface="Bahnschrift" panose="020B0502040204020203" pitchFamily="34" charset="0"/>
              </a:rPr>
              <a:t>Render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BF6D4AE-D0E4-3003-F068-20337968492C}"/>
              </a:ext>
            </a:extLst>
          </p:cNvPr>
          <p:cNvSpPr txBox="1"/>
          <p:nvPr/>
        </p:nvSpPr>
        <p:spPr>
          <a:xfrm>
            <a:off x="4872427" y="1631204"/>
            <a:ext cx="24306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/>
              <a:t>Esegue il </a:t>
            </a:r>
            <a:r>
              <a:rPr lang="it-IT" sz="1600" dirty="0" err="1"/>
              <a:t>backend</a:t>
            </a:r>
            <a:r>
              <a:rPr lang="it-IT" sz="1600" dirty="0"/>
              <a:t> in un container. Ricompila e rimette online a ogni </a:t>
            </a:r>
            <a:r>
              <a:rPr lang="it-IT" sz="1600" dirty="0" err="1"/>
              <a:t>push</a:t>
            </a:r>
            <a:r>
              <a:rPr lang="it-IT" sz="1600" dirty="0"/>
              <a:t> sul ramo principale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41FB94B-17C9-9132-A799-40F1F43FDB6D}"/>
              </a:ext>
            </a:extLst>
          </p:cNvPr>
          <p:cNvSpPr txBox="1"/>
          <p:nvPr/>
        </p:nvSpPr>
        <p:spPr>
          <a:xfrm>
            <a:off x="8155514" y="1179576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chemeClr val="accent1"/>
                </a:solidFill>
                <a:latin typeface="Bahnschrift" panose="020B0502040204020203" pitchFamily="34" charset="0"/>
              </a:rPr>
              <a:t>Neon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0087DD8-C38D-6E16-D08D-136FF758343D}"/>
              </a:ext>
            </a:extLst>
          </p:cNvPr>
          <p:cNvSpPr txBox="1"/>
          <p:nvPr/>
        </p:nvSpPr>
        <p:spPr>
          <a:xfrm>
            <a:off x="7431345" y="1631204"/>
            <a:ext cx="21716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/>
              <a:t>Ospita il database, lo stesso usato in sviluppo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B743336C-B418-C2DB-E667-DC27CE88D157}"/>
              </a:ext>
            </a:extLst>
          </p:cNvPr>
          <p:cNvSpPr txBox="1"/>
          <p:nvPr/>
        </p:nvSpPr>
        <p:spPr>
          <a:xfrm>
            <a:off x="345162" y="2954643"/>
            <a:ext cx="4398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chemeClr val="accent1"/>
                </a:solidFill>
                <a:latin typeface="Bahnschrift" panose="020B0502040204020203" pitchFamily="34" charset="0"/>
              </a:rPr>
              <a:t>Cosa è cambiato passando in produzione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468BAB58-46EF-5CFB-D3F2-A444F70AE102}"/>
              </a:ext>
            </a:extLst>
          </p:cNvPr>
          <p:cNvSpPr txBox="1"/>
          <p:nvPr/>
        </p:nvSpPr>
        <p:spPr>
          <a:xfrm>
            <a:off x="345162" y="3323975"/>
            <a:ext cx="999670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>
                <a:solidFill>
                  <a:schemeClr val="accent5"/>
                </a:solidFill>
                <a:latin typeface="Bahnschrift" panose="020B0502040204020203" pitchFamily="34" charset="0"/>
              </a:rPr>
              <a:t>I cookie:</a:t>
            </a:r>
            <a:r>
              <a:rPr lang="it-IT" sz="1600" dirty="0"/>
              <a:t> in locale </a:t>
            </a:r>
            <a:r>
              <a:rPr lang="it-IT" sz="1600" dirty="0" err="1"/>
              <a:t>frontend</a:t>
            </a:r>
            <a:r>
              <a:rPr lang="it-IT" sz="1600" dirty="0"/>
              <a:t> e </a:t>
            </a:r>
            <a:r>
              <a:rPr lang="it-IT" sz="1600" dirty="0" err="1"/>
              <a:t>backend</a:t>
            </a:r>
            <a:r>
              <a:rPr lang="it-IT" sz="1600" dirty="0"/>
              <a:t> condividono l'indirizzo grazie al proxy, quindi i cookie usano </a:t>
            </a:r>
            <a:r>
              <a:rPr lang="it-IT" sz="1600" dirty="0" err="1"/>
              <a:t>sameSite</a:t>
            </a:r>
            <a:r>
              <a:rPr lang="it-IT" sz="1600" dirty="0"/>
              <a:t>=</a:t>
            </a:r>
            <a:r>
              <a:rPr lang="it-IT" sz="1600" dirty="0" err="1"/>
              <a:t>strict</a:t>
            </a:r>
            <a:r>
              <a:rPr lang="it-IT" sz="1600" dirty="0"/>
              <a:t>. In produzione sono su domini diversi e serve </a:t>
            </a:r>
            <a:r>
              <a:rPr lang="it-IT" sz="1600" dirty="0" err="1"/>
              <a:t>sameSite</a:t>
            </a:r>
            <a:r>
              <a:rPr lang="it-IT" sz="1600" dirty="0"/>
              <a:t>=none con secure=</a:t>
            </a:r>
            <a:r>
              <a:rPr lang="it-IT" sz="1600" dirty="0" err="1"/>
              <a:t>true</a:t>
            </a:r>
            <a:r>
              <a:rPr lang="it-IT" sz="1600" dirty="0"/>
              <a:t>, che funziona solo su HTTPS. La scelta dipende da una variabile d'ambiente.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>
                <a:solidFill>
                  <a:schemeClr val="accent5"/>
                </a:solidFill>
                <a:latin typeface="Bahnschrift" panose="020B0502040204020203" pitchFamily="34" charset="0"/>
              </a:rPr>
              <a:t>Il CORS:</a:t>
            </a:r>
            <a:r>
              <a:rPr lang="it-IT" sz="1600" dirty="0"/>
              <a:t> il </a:t>
            </a:r>
            <a:r>
              <a:rPr lang="it-IT" sz="1600" dirty="0" err="1"/>
              <a:t>backend</a:t>
            </a:r>
            <a:r>
              <a:rPr lang="it-IT" sz="1600" dirty="0"/>
              <a:t> deve dichiarare esattamente da quale indirizzo accetta le richieste.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>
                <a:solidFill>
                  <a:schemeClr val="accent5"/>
                </a:solidFill>
                <a:latin typeface="Bahnschrift" panose="020B0502040204020203" pitchFamily="34" charset="0"/>
              </a:rPr>
              <a:t>La configurazione:</a:t>
            </a:r>
            <a:r>
              <a:rPr lang="it-IT" sz="1600" dirty="0"/>
              <a:t> Credenziali del database, segreto dei token e origine consentita stanno in variabili d'ambiente: lo stesso codice gira in sviluppo, nella pipeline e in produzione.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>
                <a:solidFill>
                  <a:schemeClr val="accent5"/>
                </a:solidFill>
                <a:latin typeface="Bahnschrift" panose="020B0502040204020203" pitchFamily="34" charset="0"/>
              </a:rPr>
              <a:t>Le immagini:</a:t>
            </a:r>
            <a:r>
              <a:rPr lang="it-IT" sz="1600" dirty="0"/>
              <a:t> vengono memorizzate nel database, compresse.</a:t>
            </a:r>
          </a:p>
        </p:txBody>
      </p:sp>
    </p:spTree>
    <p:extLst>
      <p:ext uri="{BB962C8B-B14F-4D97-AF65-F5344CB8AC3E}">
        <p14:creationId xmlns:p14="http://schemas.microsoft.com/office/powerpoint/2010/main" val="1022197719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B220C-752B-3424-780F-717C7B6A8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C6292-E028-1621-1151-4F7439E8C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Limiti</a:t>
            </a:r>
            <a:r>
              <a:rPr lang="en-US" dirty="0"/>
              <a:t> </a:t>
            </a:r>
            <a:r>
              <a:rPr lang="en-US" dirty="0" err="1"/>
              <a:t>noti</a:t>
            </a:r>
            <a:r>
              <a:rPr lang="en-US" dirty="0"/>
              <a:t> e </a:t>
            </a:r>
            <a:r>
              <a:rPr lang="en-US" dirty="0" err="1"/>
              <a:t>sviluppi</a:t>
            </a:r>
            <a:r>
              <a:rPr lang="en-US" dirty="0"/>
              <a:t> </a:t>
            </a:r>
            <a:r>
              <a:rPr lang="en-US" dirty="0" err="1"/>
              <a:t>futuri</a:t>
            </a:r>
            <a:endParaRPr lang="en-US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B94AAA34-852E-45D5-B05A-30A0E7EAABE5}"/>
              </a:ext>
            </a:extLst>
          </p:cNvPr>
          <p:cNvSpPr txBox="1">
            <a:spLocks/>
          </p:cNvSpPr>
          <p:nvPr/>
        </p:nvSpPr>
        <p:spPr>
          <a:xfrm>
            <a:off x="838200" y="4864846"/>
            <a:ext cx="2065774" cy="3430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200" b="1" kern="1200" spc="150" baseline="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F716134-2FF4-86FF-D54E-496BFDB799B9}"/>
              </a:ext>
            </a:extLst>
          </p:cNvPr>
          <p:cNvSpPr txBox="1">
            <a:spLocks/>
          </p:cNvSpPr>
          <p:nvPr/>
        </p:nvSpPr>
        <p:spPr>
          <a:xfrm>
            <a:off x="838200" y="5244436"/>
            <a:ext cx="2065774" cy="34306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8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E77F2F6C-B825-409D-8169-C42489939E70}"/>
              </a:ext>
            </a:extLst>
          </p:cNvPr>
          <p:cNvSpPr txBox="1">
            <a:spLocks/>
          </p:cNvSpPr>
          <p:nvPr/>
        </p:nvSpPr>
        <p:spPr>
          <a:xfrm>
            <a:off x="3654809" y="4864846"/>
            <a:ext cx="2065774" cy="3430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200" b="1" kern="1200" spc="150" baseline="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5D239845-B2B6-7C0A-F1FD-A29EE2F8DE8D}"/>
              </a:ext>
            </a:extLst>
          </p:cNvPr>
          <p:cNvSpPr txBox="1"/>
          <p:nvPr/>
        </p:nvSpPr>
        <p:spPr>
          <a:xfrm>
            <a:off x="886968" y="2505456"/>
            <a:ext cx="14356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/>
              <a:t>Notifiche via posta non operative in produzione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F19128B3-1992-ADA0-AA95-790BBF195D49}"/>
              </a:ext>
            </a:extLst>
          </p:cNvPr>
          <p:cNvSpPr txBox="1"/>
          <p:nvPr/>
        </p:nvSpPr>
        <p:spPr>
          <a:xfrm>
            <a:off x="3727704" y="2716893"/>
            <a:ext cx="14356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/>
              <a:t>Sospensione del servizio per inattività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98BEFAA1-0BBE-BBAA-1928-EF77EB8597A6}"/>
              </a:ext>
            </a:extLst>
          </p:cNvPr>
          <p:cNvSpPr txBox="1"/>
          <p:nvPr/>
        </p:nvSpPr>
        <p:spPr>
          <a:xfrm>
            <a:off x="6422136" y="3250358"/>
            <a:ext cx="14356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/>
              <a:t>Sessione unica per utente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77A9580A-6C28-B9B8-5B0D-BA579ED231EC}"/>
              </a:ext>
            </a:extLst>
          </p:cNvPr>
          <p:cNvSpPr txBox="1"/>
          <p:nvPr/>
        </p:nvSpPr>
        <p:spPr>
          <a:xfrm>
            <a:off x="9116568" y="3004136"/>
            <a:ext cx="17129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/>
              <a:t>La verifica automatica non comprende controller e repository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7529EA82-2923-A3C4-3B17-625B5DDE09A3}"/>
              </a:ext>
            </a:extLst>
          </p:cNvPr>
          <p:cNvSpPr txBox="1"/>
          <p:nvPr/>
        </p:nvSpPr>
        <p:spPr>
          <a:xfrm>
            <a:off x="2903974" y="5166640"/>
            <a:ext cx="81290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Archiviazione delle immagini su servizio dedicato, con conseguente alleggerimento della base di dati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Notifiche in tempo reale mediante </a:t>
            </a:r>
            <a:r>
              <a:rPr lang="it-IT" sz="1600" dirty="0" err="1"/>
              <a:t>WebSocket</a:t>
            </a: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Gestione centralizzata degli errori mediante middleware dedicato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Estensione della copertura ai restanti moduli</a:t>
            </a: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A83A15E5-449F-6418-EF85-55F0DE3CAE7B}"/>
              </a:ext>
            </a:extLst>
          </p:cNvPr>
          <p:cNvSpPr txBox="1"/>
          <p:nvPr/>
        </p:nvSpPr>
        <p:spPr>
          <a:xfrm>
            <a:off x="2909210" y="4760779"/>
            <a:ext cx="1636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chemeClr val="accent5"/>
                </a:solidFill>
                <a:latin typeface="Bahnschrift" panose="020B0502040204020203" pitchFamily="34" charset="0"/>
              </a:rPr>
              <a:t>Sviluppi futuri</a:t>
            </a:r>
          </a:p>
        </p:txBody>
      </p:sp>
    </p:spTree>
    <p:extLst>
      <p:ext uri="{BB962C8B-B14F-4D97-AF65-F5344CB8AC3E}">
        <p14:creationId xmlns:p14="http://schemas.microsoft.com/office/powerpoint/2010/main" val="3429158637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EA9C6-220E-F2CC-E91A-D8FA9255A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 descr="Timeline Placeholder ">
            <a:extLst>
              <a:ext uri="{FF2B5EF4-FFF2-40B4-BE49-F238E27FC236}">
                <a16:creationId xmlns:a16="http://schemas.microsoft.com/office/drawing/2014/main" id="{7323D198-4FF3-C65D-706E-95D09B97C407}"/>
              </a:ext>
            </a:extLst>
          </p:cNvPr>
          <p:cNvGraphicFramePr>
            <a:graphicFrameLocks noGrp="1"/>
          </p:cNvGraphicFramePr>
          <p:nvPr>
            <p:ph type="dgm" sz="quarter" idx="15"/>
            <p:extLst>
              <p:ext uri="{D42A27DB-BD31-4B8C-83A1-F6EECF244321}">
                <p14:modId xmlns:p14="http://schemas.microsoft.com/office/powerpoint/2010/main" val="2857300834"/>
              </p:ext>
            </p:extLst>
          </p:nvPr>
        </p:nvGraphicFramePr>
        <p:xfrm>
          <a:off x="611185" y="471432"/>
          <a:ext cx="10969625" cy="42402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8BDAB76D-CB5B-0AC7-5537-70054C263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3337" y="337249"/>
            <a:ext cx="2304159" cy="681226"/>
          </a:xfrm>
        </p:spPr>
        <p:txBody>
          <a:bodyPr/>
          <a:lstStyle/>
          <a:p>
            <a:r>
              <a:rPr lang="en-US" dirty="0" err="1"/>
              <a:t>Conclusioni</a:t>
            </a:r>
            <a:endParaRPr lang="en-US" dirty="0"/>
          </a:p>
        </p:txBody>
      </p:sp>
      <p:sp>
        <p:nvSpPr>
          <p:cNvPr id="2" name="CasellaDiTesto 1">
            <a:hlinkClick r:id="rId7"/>
            <a:extLst>
              <a:ext uri="{FF2B5EF4-FFF2-40B4-BE49-F238E27FC236}">
                <a16:creationId xmlns:a16="http://schemas.microsoft.com/office/drawing/2014/main" id="{B98A7E35-CAA4-C121-5F4E-5414F0CAFF6A}"/>
              </a:ext>
            </a:extLst>
          </p:cNvPr>
          <p:cNvSpPr txBox="1"/>
          <p:nvPr/>
        </p:nvSpPr>
        <p:spPr>
          <a:xfrm>
            <a:off x="4224528" y="4184864"/>
            <a:ext cx="3483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u="sng" dirty="0" err="1">
                <a:solidFill>
                  <a:schemeClr val="accent3"/>
                </a:solidFill>
              </a:rPr>
              <a:t>MartaPagliuso</a:t>
            </a:r>
            <a:r>
              <a:rPr lang="it-IT" u="sng" dirty="0">
                <a:solidFill>
                  <a:schemeClr val="accent3"/>
                </a:solidFill>
              </a:rPr>
              <a:t>/BugBoard2026</a:t>
            </a:r>
          </a:p>
        </p:txBody>
      </p:sp>
      <p:sp>
        <p:nvSpPr>
          <p:cNvPr id="5" name="CasellaDiTesto 4">
            <a:hlinkClick r:id="rId8"/>
            <a:extLst>
              <a:ext uri="{FF2B5EF4-FFF2-40B4-BE49-F238E27FC236}">
                <a16:creationId xmlns:a16="http://schemas.microsoft.com/office/drawing/2014/main" id="{7006FE96-31C7-B680-2834-6F5926AF4DB6}"/>
              </a:ext>
            </a:extLst>
          </p:cNvPr>
          <p:cNvSpPr txBox="1"/>
          <p:nvPr/>
        </p:nvSpPr>
        <p:spPr>
          <a:xfrm>
            <a:off x="4447345" y="4652994"/>
            <a:ext cx="3038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u="sng" dirty="0">
                <a:solidFill>
                  <a:schemeClr val="accent3"/>
                </a:solidFill>
              </a:rPr>
              <a:t>bug-board2026.vercel.app</a:t>
            </a:r>
          </a:p>
        </p:txBody>
      </p:sp>
      <p:sp>
        <p:nvSpPr>
          <p:cNvPr id="6" name="CasellaDiTesto 5">
            <a:hlinkClick r:id="rId9"/>
            <a:extLst>
              <a:ext uri="{FF2B5EF4-FFF2-40B4-BE49-F238E27FC236}">
                <a16:creationId xmlns:a16="http://schemas.microsoft.com/office/drawing/2014/main" id="{38C7D37E-A01C-9ABE-32DC-1543F38C5867}"/>
              </a:ext>
            </a:extLst>
          </p:cNvPr>
          <p:cNvSpPr txBox="1"/>
          <p:nvPr/>
        </p:nvSpPr>
        <p:spPr>
          <a:xfrm>
            <a:off x="2628353" y="5121124"/>
            <a:ext cx="7282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u="sng" dirty="0" err="1">
                <a:solidFill>
                  <a:schemeClr val="accent3"/>
                </a:solidFill>
              </a:rPr>
              <a:t>sonarcloud.io</a:t>
            </a:r>
            <a:r>
              <a:rPr lang="it-IT" u="sng" dirty="0">
                <a:solidFill>
                  <a:schemeClr val="accent3"/>
                </a:solidFill>
              </a:rPr>
              <a:t>/project/</a:t>
            </a:r>
            <a:r>
              <a:rPr lang="it-IT" u="sng" dirty="0" err="1">
                <a:solidFill>
                  <a:schemeClr val="accent3"/>
                </a:solidFill>
              </a:rPr>
              <a:t>overview?id</a:t>
            </a:r>
            <a:r>
              <a:rPr lang="it-IT" u="sng" dirty="0">
                <a:solidFill>
                  <a:schemeClr val="accent3"/>
                </a:solidFill>
              </a:rPr>
              <a:t>=MartaPagliuso_BugBoard2026</a:t>
            </a:r>
          </a:p>
        </p:txBody>
      </p:sp>
      <p:pic>
        <p:nvPicPr>
          <p:cNvPr id="7" name="Immagine 6" descr="GitHub Logo, Git Hub Icon On White Background 16833872 Vector Art at ...">
            <a:extLst>
              <a:ext uri="{FF2B5EF4-FFF2-40B4-BE49-F238E27FC236}">
                <a16:creationId xmlns:a16="http://schemas.microsoft.com/office/drawing/2014/main" id="{640D9086-1605-8BF6-9C9E-F4166BECD33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75666" y="4145099"/>
            <a:ext cx="448862" cy="448862"/>
          </a:xfrm>
          <a:prstGeom prst="rect">
            <a:avLst/>
          </a:prstGeom>
        </p:spPr>
      </p:pic>
      <p:pic>
        <p:nvPicPr>
          <p:cNvPr id="8" name="Immagine 7" descr="Vercel | Logopedia | Fandom">
            <a:extLst>
              <a:ext uri="{FF2B5EF4-FFF2-40B4-BE49-F238E27FC236}">
                <a16:creationId xmlns:a16="http://schemas.microsoft.com/office/drawing/2014/main" id="{BB0599D7-7FF9-E07D-7CD3-49DD62045AD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35313" y="4673872"/>
            <a:ext cx="329568" cy="329568"/>
          </a:xfrm>
          <a:prstGeom prst="rect">
            <a:avLst/>
          </a:prstGeom>
        </p:spPr>
      </p:pic>
      <p:pic>
        <p:nvPicPr>
          <p:cNvPr id="9" name="Immagine 8" descr="SonarQube Server - Visual Studio Marketplace">
            <a:extLst>
              <a:ext uri="{FF2B5EF4-FFF2-40B4-BE49-F238E27FC236}">
                <a16:creationId xmlns:a16="http://schemas.microsoft.com/office/drawing/2014/main" id="{DEFEF5DD-CF13-9915-E914-EDAC45F4994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83016" y="4993986"/>
            <a:ext cx="623608" cy="623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636197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C2189-0538-3F62-9AE5-145C35C6E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BFD65-94A4-CFB4-977F-6AFDE93A1E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GRAZIE PER L’ATTENZIONE</a:t>
            </a:r>
          </a:p>
        </p:txBody>
      </p:sp>
    </p:spTree>
    <p:extLst>
      <p:ext uri="{BB962C8B-B14F-4D97-AF65-F5344CB8AC3E}">
        <p14:creationId xmlns:p14="http://schemas.microsoft.com/office/powerpoint/2010/main" val="3363697810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B93026-B8A4-4FE9-8E48-8009734911E7}" vid="{E43B60F7-EC4F-4A08-AFF5-BDC94162E5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0</TotalTime>
  <Words>1664</Words>
  <Application>Microsoft Office PowerPoint</Application>
  <PresentationFormat>Widescreen</PresentationFormat>
  <Paragraphs>315</Paragraphs>
  <Slides>20</Slides>
  <Notes>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6" baseType="lpstr">
      <vt:lpstr>Arial</vt:lpstr>
      <vt:lpstr>Bahnschrift</vt:lpstr>
      <vt:lpstr>Calibri</vt:lpstr>
      <vt:lpstr>Ink Free</vt:lpstr>
      <vt:lpstr>Neue Haas Grotesk Text Pro</vt:lpstr>
      <vt:lpstr>Helena</vt:lpstr>
      <vt:lpstr>BugBoard26</vt:lpstr>
      <vt:lpstr>Demo</vt:lpstr>
      <vt:lpstr>Attori e Casi D’uso</vt:lpstr>
      <vt:lpstr>Attori e Casi D’uso</vt:lpstr>
      <vt:lpstr>Attori e Casi D’uso</vt:lpstr>
      <vt:lpstr>Requisiti</vt:lpstr>
      <vt:lpstr>Architettura complessiva</vt:lpstr>
      <vt:lpstr>Struttura del server</vt:lpstr>
      <vt:lpstr>Struttura del server</vt:lpstr>
      <vt:lpstr>Struttura del client</vt:lpstr>
      <vt:lpstr>Struttura del client</vt:lpstr>
      <vt:lpstr>Design System &amp; UX</vt:lpstr>
      <vt:lpstr>Persistenza dei dati</vt:lpstr>
      <vt:lpstr>DevOps &amp; Quality Assurance</vt:lpstr>
      <vt:lpstr>Strategia di verifica</vt:lpstr>
      <vt:lpstr>Strategia di verifica</vt:lpstr>
      <vt:lpstr>Deploy</vt:lpstr>
      <vt:lpstr>Limiti noti e sviluppi futuri</vt:lpstr>
      <vt:lpstr>Conclusioni</vt:lpstr>
      <vt:lpstr>GRAZIE PER L’ATTENZIONE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Yasin Arafat</dc:creator>
  <cp:lastModifiedBy>MARTA PAGLIUSO</cp:lastModifiedBy>
  <cp:revision>238</cp:revision>
  <dcterms:created xsi:type="dcterms:W3CDTF">2024-05-23T06:52:39Z</dcterms:created>
  <dcterms:modified xsi:type="dcterms:W3CDTF">2026-09-16T10:36:00Z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2026-09-05T15:01:25Z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61d356d6-9e70-4bf5-baab-8835a07a2200</vt:lpwstr>
  </property>
  <property fmtid="{D5CDD505-2E9C-101B-9397-08002B2CF9AE}" pid="8" name="MSIP_Label_2ad0b24d-6422-44b0-b3de-abb3a9e8c81a_ContentBits">
    <vt:lpwstr>0</vt:lpwstr>
  </property>
  <property fmtid="{D5CDD505-2E9C-101B-9397-08002B2CF9AE}" pid="9" name="MSIP_Label_2ad0b24d-6422-44b0-b3de-abb3a9e8c81a_Tag">
    <vt:lpwstr>10, 3, 0, 1</vt:lpwstr>
  </property>
</Properties>
</file>